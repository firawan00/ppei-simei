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4" r:id="rId1"/>
  </p:sldMasterIdLst>
  <p:notesMasterIdLst>
    <p:notesMasterId r:id="rId26"/>
  </p:notesMasterIdLst>
  <p:sldIdLst>
    <p:sldId id="256" r:id="rId2"/>
    <p:sldId id="257" r:id="rId3"/>
    <p:sldId id="288" r:id="rId4"/>
    <p:sldId id="259" r:id="rId5"/>
    <p:sldId id="328" r:id="rId6"/>
    <p:sldId id="329" r:id="rId7"/>
    <p:sldId id="264" r:id="rId8"/>
    <p:sldId id="266" r:id="rId9"/>
    <p:sldId id="267" r:id="rId10"/>
    <p:sldId id="330" r:id="rId11"/>
    <p:sldId id="331" r:id="rId12"/>
    <p:sldId id="332" r:id="rId13"/>
    <p:sldId id="338" r:id="rId14"/>
    <p:sldId id="339" r:id="rId15"/>
    <p:sldId id="343" r:id="rId16"/>
    <p:sldId id="344" r:id="rId17"/>
    <p:sldId id="340" r:id="rId18"/>
    <p:sldId id="341" r:id="rId19"/>
    <p:sldId id="342" r:id="rId20"/>
    <p:sldId id="333" r:id="rId21"/>
    <p:sldId id="336" r:id="rId22"/>
    <p:sldId id="334" r:id="rId23"/>
    <p:sldId id="337" r:id="rId24"/>
    <p:sldId id="271" r:id="rId25"/>
  </p:sldIdLst>
  <p:sldSz cx="9144000" cy="5143500" type="screen16x9"/>
  <p:notesSz cx="6858000" cy="9144000"/>
  <p:embeddedFontLst>
    <p:embeddedFont>
      <p:font typeface="Fira Sans Extra Condensed Medium" panose="020B0604020202020204" charset="0"/>
      <p:regular r:id="rId27"/>
      <p:bold r:id="rId28"/>
      <p:italic r:id="rId29"/>
      <p:boldItalic r:id="rId30"/>
    </p:embeddedFont>
    <p:embeddedFont>
      <p:font typeface="Josefin Sans" pitchFamily="2" charset="0"/>
      <p:regular r:id="rId31"/>
      <p:bold r:id="rId32"/>
      <p:italic r:id="rId33"/>
      <p:boldItalic r:id="rId34"/>
    </p:embeddedFont>
    <p:embeddedFont>
      <p:font typeface="Josefin Sans ExtraLight" panose="020B0604020202020204" charset="0"/>
      <p:regular r:id="rId35"/>
      <p:bold r:id="rId36"/>
      <p:italic r:id="rId37"/>
      <p:boldItalic r:id="rId38"/>
    </p:embeddedFont>
    <p:embeddedFont>
      <p:font typeface="Josefin Sans Light" pitchFamily="2" charset="0"/>
      <p:regular r:id="rId39"/>
      <p:bold r:id="rId40"/>
      <p:italic r:id="rId41"/>
      <p:boldItalic r:id="rId42"/>
    </p:embeddedFont>
    <p:embeddedFont>
      <p:font typeface="Josefin Sans Medium" panose="020B0604020202020204" charset="0"/>
      <p:regular r:id="rId43"/>
      <p:bold r:id="rId44"/>
      <p:italic r:id="rId45"/>
      <p:boldItalic r:id="rId46"/>
    </p:embeddedFont>
    <p:embeddedFont>
      <p:font typeface="Josefin Sans SemiBold" pitchFamily="2" charset="0"/>
      <p:regular r:id="rId47"/>
      <p:bold r:id="rId48"/>
      <p:italic r:id="rId49"/>
      <p:boldItalic r:id="rId50"/>
    </p:embeddedFont>
    <p:embeddedFont>
      <p:font typeface="Open Sans" panose="020B0606030504020204" pitchFamily="34" charset="0"/>
      <p:regular r:id="rId51"/>
      <p:bold r:id="rId52"/>
      <p:italic r:id="rId53"/>
      <p:boldItalic r:id="rId54"/>
    </p:embeddedFont>
    <p:embeddedFont>
      <p:font typeface="Roboto Condensed Light" panose="02000000000000000000" pitchFamily="2" charset="0"/>
      <p:regular r:id="rId55"/>
      <p:italic r:id="rId5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99FF"/>
    <a:srgbClr val="0000FF"/>
    <a:srgbClr val="324054"/>
    <a:srgbClr val="9966FF"/>
    <a:srgbClr val="16ADB0"/>
    <a:srgbClr val="FFE7E7"/>
    <a:srgbClr val="E7812E"/>
    <a:srgbClr val="F9B11F"/>
    <a:srgbClr val="EB4854"/>
    <a:srgbClr val="E84F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76"/>
  </p:normalViewPr>
  <p:slideViewPr>
    <p:cSldViewPr snapToGrid="0" snapToObjects="1">
      <p:cViewPr varScale="1">
        <p:scale>
          <a:sx n="161" d="100"/>
          <a:sy n="161" d="100"/>
        </p:scale>
        <p:origin x="144" y="7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9" Type="http://schemas.openxmlformats.org/officeDocument/2006/relationships/font" Target="fonts/font13.fntdata"/><Relationship Id="rId21" Type="http://schemas.openxmlformats.org/officeDocument/2006/relationships/slide" Target="slides/slide20.xml"/><Relationship Id="rId34" Type="http://schemas.openxmlformats.org/officeDocument/2006/relationships/font" Target="fonts/font8.fntdata"/><Relationship Id="rId42" Type="http://schemas.openxmlformats.org/officeDocument/2006/relationships/font" Target="fonts/font16.fntdata"/><Relationship Id="rId47" Type="http://schemas.openxmlformats.org/officeDocument/2006/relationships/font" Target="fonts/font21.fntdata"/><Relationship Id="rId50" Type="http://schemas.openxmlformats.org/officeDocument/2006/relationships/font" Target="fonts/font24.fntdata"/><Relationship Id="rId55" Type="http://schemas.openxmlformats.org/officeDocument/2006/relationships/font" Target="fonts/font29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3.fntdata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6.fntdata"/><Relationship Id="rId37" Type="http://schemas.openxmlformats.org/officeDocument/2006/relationships/font" Target="fonts/font11.fntdata"/><Relationship Id="rId40" Type="http://schemas.openxmlformats.org/officeDocument/2006/relationships/font" Target="fonts/font14.fntdata"/><Relationship Id="rId45" Type="http://schemas.openxmlformats.org/officeDocument/2006/relationships/font" Target="fonts/font19.fntdata"/><Relationship Id="rId53" Type="http://schemas.openxmlformats.org/officeDocument/2006/relationships/font" Target="fonts/font27.fntdata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font" Target="fonts/font9.fntdata"/><Relationship Id="rId43" Type="http://schemas.openxmlformats.org/officeDocument/2006/relationships/font" Target="fonts/font17.fntdata"/><Relationship Id="rId48" Type="http://schemas.openxmlformats.org/officeDocument/2006/relationships/font" Target="fonts/font22.fntdata"/><Relationship Id="rId56" Type="http://schemas.openxmlformats.org/officeDocument/2006/relationships/font" Target="fonts/font30.fntdata"/><Relationship Id="rId8" Type="http://schemas.openxmlformats.org/officeDocument/2006/relationships/slide" Target="slides/slide7.xml"/><Relationship Id="rId51" Type="http://schemas.openxmlformats.org/officeDocument/2006/relationships/font" Target="fonts/font25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7.fntdata"/><Relationship Id="rId38" Type="http://schemas.openxmlformats.org/officeDocument/2006/relationships/font" Target="fonts/font12.fntdata"/><Relationship Id="rId46" Type="http://schemas.openxmlformats.org/officeDocument/2006/relationships/font" Target="fonts/font20.fntdata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font" Target="fonts/font15.fntdata"/><Relationship Id="rId54" Type="http://schemas.openxmlformats.org/officeDocument/2006/relationships/font" Target="fonts/font2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36" Type="http://schemas.openxmlformats.org/officeDocument/2006/relationships/font" Target="fonts/font10.fntdata"/><Relationship Id="rId49" Type="http://schemas.openxmlformats.org/officeDocument/2006/relationships/font" Target="fonts/font23.fntdata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font" Target="fonts/font5.fntdata"/><Relationship Id="rId44" Type="http://schemas.openxmlformats.org/officeDocument/2006/relationships/font" Target="fonts/font18.fntdata"/><Relationship Id="rId52" Type="http://schemas.openxmlformats.org/officeDocument/2006/relationships/font" Target="fonts/font26.fntdata"/><Relationship Id="rId60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B909637-B131-4A9D-B261-862673C7511F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D"/>
        </a:p>
      </dgm:t>
    </dgm:pt>
    <dgm:pt modelId="{59371CC9-9D1D-4B06-9F25-56453E2C5839}">
      <dgm:prSet phldrT="[Text]"/>
      <dgm:spPr/>
      <dgm:t>
        <a:bodyPr/>
        <a:lstStyle/>
        <a:p>
          <a:r>
            <a:rPr lang="en-US" dirty="0"/>
            <a:t>Frontend</a:t>
          </a:r>
          <a:endParaRPr lang="en-ID" dirty="0"/>
        </a:p>
      </dgm:t>
    </dgm:pt>
    <dgm:pt modelId="{4413F125-C0ED-48FD-AF2B-632057A73E91}" type="parTrans" cxnId="{D3621110-AB9C-4BDA-89AD-2DE6E64CABFE}">
      <dgm:prSet/>
      <dgm:spPr/>
      <dgm:t>
        <a:bodyPr/>
        <a:lstStyle/>
        <a:p>
          <a:endParaRPr lang="en-ID"/>
        </a:p>
      </dgm:t>
    </dgm:pt>
    <dgm:pt modelId="{A3963C75-78FB-4379-BF7E-A95C1EB9A7B1}" type="sibTrans" cxnId="{D3621110-AB9C-4BDA-89AD-2DE6E64CABFE}">
      <dgm:prSet/>
      <dgm:spPr/>
      <dgm:t>
        <a:bodyPr/>
        <a:lstStyle/>
        <a:p>
          <a:endParaRPr lang="en-ID"/>
        </a:p>
      </dgm:t>
    </dgm:pt>
    <dgm:pt modelId="{F3F44FC0-D537-4C4C-A189-2CB73AA67DDC}">
      <dgm:prSet phldrT="[Text]"/>
      <dgm:spPr/>
      <dgm:t>
        <a:bodyPr/>
        <a:lstStyle/>
        <a:p>
          <a:r>
            <a:rPr lang="en-US" dirty="0"/>
            <a:t>React</a:t>
          </a:r>
          <a:endParaRPr lang="en-ID" dirty="0"/>
        </a:p>
      </dgm:t>
    </dgm:pt>
    <dgm:pt modelId="{18200321-C560-48D7-9F2F-1E19ACD6A18D}" type="parTrans" cxnId="{8761037E-6A90-4B83-A3F1-6B5F4ACC3AD7}">
      <dgm:prSet/>
      <dgm:spPr/>
      <dgm:t>
        <a:bodyPr/>
        <a:lstStyle/>
        <a:p>
          <a:endParaRPr lang="en-ID"/>
        </a:p>
      </dgm:t>
    </dgm:pt>
    <dgm:pt modelId="{260C77E3-A1B1-4708-BA38-83BBFD99778F}" type="sibTrans" cxnId="{8761037E-6A90-4B83-A3F1-6B5F4ACC3AD7}">
      <dgm:prSet/>
      <dgm:spPr/>
      <dgm:t>
        <a:bodyPr/>
        <a:lstStyle/>
        <a:p>
          <a:endParaRPr lang="en-ID"/>
        </a:p>
      </dgm:t>
    </dgm:pt>
    <dgm:pt modelId="{0183F7FC-2963-4669-B178-19D896C6BF4B}">
      <dgm:prSet phldrT="[Text]"/>
      <dgm:spPr/>
      <dgm:t>
        <a:bodyPr/>
        <a:lstStyle/>
        <a:p>
          <a:r>
            <a:rPr lang="en-US" dirty="0"/>
            <a:t>Backend</a:t>
          </a:r>
          <a:endParaRPr lang="en-ID" dirty="0"/>
        </a:p>
      </dgm:t>
    </dgm:pt>
    <dgm:pt modelId="{92BF8CD6-3358-4AB7-9F44-553DC662C27A}" type="parTrans" cxnId="{9AE94EAF-973D-4B6F-AEF1-645286F6638F}">
      <dgm:prSet/>
      <dgm:spPr/>
      <dgm:t>
        <a:bodyPr/>
        <a:lstStyle/>
        <a:p>
          <a:endParaRPr lang="en-ID"/>
        </a:p>
      </dgm:t>
    </dgm:pt>
    <dgm:pt modelId="{B59E7EE8-143B-4C2C-9600-FE6F66620F2C}" type="sibTrans" cxnId="{9AE94EAF-973D-4B6F-AEF1-645286F6638F}">
      <dgm:prSet/>
      <dgm:spPr/>
      <dgm:t>
        <a:bodyPr/>
        <a:lstStyle/>
        <a:p>
          <a:endParaRPr lang="en-ID"/>
        </a:p>
      </dgm:t>
    </dgm:pt>
    <dgm:pt modelId="{A8356E49-BC8A-4A25-9AD7-B41262D73B36}">
      <dgm:prSet phldrT="[Text]"/>
      <dgm:spPr/>
      <dgm:t>
        <a:bodyPr/>
        <a:lstStyle/>
        <a:p>
          <a:r>
            <a:rPr lang="en-US" dirty="0"/>
            <a:t>Laravel</a:t>
          </a:r>
          <a:endParaRPr lang="en-ID" dirty="0"/>
        </a:p>
      </dgm:t>
    </dgm:pt>
    <dgm:pt modelId="{19311AA5-D572-4359-91AE-F00F19174633}" type="parTrans" cxnId="{A9C1C0D5-1924-4642-BBF0-A043A0C3FF63}">
      <dgm:prSet/>
      <dgm:spPr/>
      <dgm:t>
        <a:bodyPr/>
        <a:lstStyle/>
        <a:p>
          <a:endParaRPr lang="en-ID"/>
        </a:p>
      </dgm:t>
    </dgm:pt>
    <dgm:pt modelId="{4D576933-5C42-48ED-8308-1A36FB9CAC57}" type="sibTrans" cxnId="{A9C1C0D5-1924-4642-BBF0-A043A0C3FF63}">
      <dgm:prSet/>
      <dgm:spPr/>
      <dgm:t>
        <a:bodyPr/>
        <a:lstStyle/>
        <a:p>
          <a:endParaRPr lang="en-ID"/>
        </a:p>
      </dgm:t>
    </dgm:pt>
    <dgm:pt modelId="{F86FB60F-CB3E-4EC0-B6F5-639A6CA3F564}">
      <dgm:prSet phldrT="[Text]"/>
      <dgm:spPr/>
      <dgm:t>
        <a:bodyPr/>
        <a:lstStyle/>
        <a:p>
          <a:r>
            <a:rPr lang="en-US" dirty="0" err="1"/>
            <a:t>GraphQl</a:t>
          </a:r>
          <a:endParaRPr lang="en-ID" dirty="0"/>
        </a:p>
      </dgm:t>
    </dgm:pt>
    <dgm:pt modelId="{CF31BE2C-9A17-4647-8CFF-E59CA6C74C05}" type="parTrans" cxnId="{B6879BCA-0D0C-4CAC-95EF-C3CB0D4158D3}">
      <dgm:prSet/>
      <dgm:spPr/>
      <dgm:t>
        <a:bodyPr/>
        <a:lstStyle/>
        <a:p>
          <a:endParaRPr lang="en-ID"/>
        </a:p>
      </dgm:t>
    </dgm:pt>
    <dgm:pt modelId="{08661696-139D-4668-920D-2F2C19269A40}" type="sibTrans" cxnId="{B6879BCA-0D0C-4CAC-95EF-C3CB0D4158D3}">
      <dgm:prSet/>
      <dgm:spPr/>
      <dgm:t>
        <a:bodyPr/>
        <a:lstStyle/>
        <a:p>
          <a:endParaRPr lang="en-ID"/>
        </a:p>
      </dgm:t>
    </dgm:pt>
    <dgm:pt modelId="{81FDBA77-347B-467D-8EAC-68C6772984B4}">
      <dgm:prSet phldrT="[Text]"/>
      <dgm:spPr/>
      <dgm:t>
        <a:bodyPr/>
        <a:lstStyle/>
        <a:p>
          <a:r>
            <a:rPr lang="en-US" dirty="0" err="1"/>
            <a:t>Deployement</a:t>
          </a:r>
          <a:endParaRPr lang="en-ID" dirty="0"/>
        </a:p>
      </dgm:t>
    </dgm:pt>
    <dgm:pt modelId="{AB561A79-9B0F-4773-ABE4-37F62FE87422}" type="parTrans" cxnId="{736FED6A-614B-40AE-A1C3-49043F936FBF}">
      <dgm:prSet/>
      <dgm:spPr/>
      <dgm:t>
        <a:bodyPr/>
        <a:lstStyle/>
        <a:p>
          <a:endParaRPr lang="en-ID"/>
        </a:p>
      </dgm:t>
    </dgm:pt>
    <dgm:pt modelId="{44FB57C1-86AF-42A9-BA16-22561AAD373D}" type="sibTrans" cxnId="{736FED6A-614B-40AE-A1C3-49043F936FBF}">
      <dgm:prSet/>
      <dgm:spPr/>
      <dgm:t>
        <a:bodyPr/>
        <a:lstStyle/>
        <a:p>
          <a:endParaRPr lang="en-ID"/>
        </a:p>
      </dgm:t>
    </dgm:pt>
    <dgm:pt modelId="{0A171DF0-7883-493F-80E9-EFEB423C3795}">
      <dgm:prSet phldrT="[Text]"/>
      <dgm:spPr/>
      <dgm:t>
        <a:bodyPr/>
        <a:lstStyle/>
        <a:p>
          <a:r>
            <a:rPr lang="en-US" dirty="0"/>
            <a:t>AWS Cloud</a:t>
          </a:r>
          <a:endParaRPr lang="en-ID" dirty="0"/>
        </a:p>
      </dgm:t>
    </dgm:pt>
    <dgm:pt modelId="{782BB5B0-F088-477F-A612-EC2EC5F9CDAB}" type="parTrans" cxnId="{FF738888-CF8B-448A-8029-30A431929A76}">
      <dgm:prSet/>
      <dgm:spPr/>
      <dgm:t>
        <a:bodyPr/>
        <a:lstStyle/>
        <a:p>
          <a:endParaRPr lang="en-ID"/>
        </a:p>
      </dgm:t>
    </dgm:pt>
    <dgm:pt modelId="{6DE24356-8CF8-4529-96F9-E8E940244589}" type="sibTrans" cxnId="{FF738888-CF8B-448A-8029-30A431929A76}">
      <dgm:prSet/>
      <dgm:spPr/>
      <dgm:t>
        <a:bodyPr/>
        <a:lstStyle/>
        <a:p>
          <a:endParaRPr lang="en-ID"/>
        </a:p>
      </dgm:t>
    </dgm:pt>
    <dgm:pt modelId="{D19742B7-9904-4FB4-AA56-6642DC8554B1}">
      <dgm:prSet phldrT="[Text]"/>
      <dgm:spPr/>
      <dgm:t>
        <a:bodyPr/>
        <a:lstStyle/>
        <a:p>
          <a:r>
            <a:rPr lang="en-US" dirty="0"/>
            <a:t>Others</a:t>
          </a:r>
          <a:endParaRPr lang="en-ID" dirty="0"/>
        </a:p>
      </dgm:t>
    </dgm:pt>
    <dgm:pt modelId="{8C6DE4A3-7B33-4A0B-AC1A-D5CAE2C181BB}" type="parTrans" cxnId="{A283CBAD-93F1-4ED8-9F2F-25878CB249DA}">
      <dgm:prSet/>
      <dgm:spPr/>
      <dgm:t>
        <a:bodyPr/>
        <a:lstStyle/>
        <a:p>
          <a:endParaRPr lang="en-ID"/>
        </a:p>
      </dgm:t>
    </dgm:pt>
    <dgm:pt modelId="{2AF98610-564C-4774-8E16-E96AAEDABA6E}" type="sibTrans" cxnId="{A283CBAD-93F1-4ED8-9F2F-25878CB249DA}">
      <dgm:prSet/>
      <dgm:spPr/>
      <dgm:t>
        <a:bodyPr/>
        <a:lstStyle/>
        <a:p>
          <a:endParaRPr lang="en-ID"/>
        </a:p>
      </dgm:t>
    </dgm:pt>
    <dgm:pt modelId="{1AB6C8EE-D2C8-40AF-AFCE-AFB2450423BB}">
      <dgm:prSet phldrT="[Text]"/>
      <dgm:spPr/>
      <dgm:t>
        <a:bodyPr/>
        <a:lstStyle/>
        <a:p>
          <a:endParaRPr lang="en-ID" dirty="0"/>
        </a:p>
      </dgm:t>
    </dgm:pt>
    <dgm:pt modelId="{491B3AE3-9C74-4830-B50D-3CC7F99762EA}" type="parTrans" cxnId="{B8D3F9FC-F601-4B7A-8B9A-B23741447643}">
      <dgm:prSet/>
      <dgm:spPr/>
      <dgm:t>
        <a:bodyPr/>
        <a:lstStyle/>
        <a:p>
          <a:endParaRPr lang="en-ID"/>
        </a:p>
      </dgm:t>
    </dgm:pt>
    <dgm:pt modelId="{6AEAA5A9-30A4-4A3A-B443-D47F07B1E859}" type="sibTrans" cxnId="{B8D3F9FC-F601-4B7A-8B9A-B23741447643}">
      <dgm:prSet/>
      <dgm:spPr/>
      <dgm:t>
        <a:bodyPr/>
        <a:lstStyle/>
        <a:p>
          <a:endParaRPr lang="en-ID"/>
        </a:p>
      </dgm:t>
    </dgm:pt>
    <dgm:pt modelId="{3F17A758-5D51-40F5-A22F-D96D8F5706B6}">
      <dgm:prSet phldrT="[Text]"/>
      <dgm:spPr/>
      <dgm:t>
        <a:bodyPr/>
        <a:lstStyle/>
        <a:p>
          <a:r>
            <a:rPr lang="en-US" dirty="0"/>
            <a:t>Git Repo</a:t>
          </a:r>
          <a:endParaRPr lang="en-ID" dirty="0"/>
        </a:p>
      </dgm:t>
    </dgm:pt>
    <dgm:pt modelId="{C8B0EF7B-19F0-4444-BBE7-3F5AF0E29C24}" type="parTrans" cxnId="{9BBC118D-ADF1-45D5-88D4-C1069BFC3C03}">
      <dgm:prSet/>
      <dgm:spPr/>
      <dgm:t>
        <a:bodyPr/>
        <a:lstStyle/>
        <a:p>
          <a:endParaRPr lang="en-ID"/>
        </a:p>
      </dgm:t>
    </dgm:pt>
    <dgm:pt modelId="{2959BA43-876E-40BC-9265-336898031BF6}" type="sibTrans" cxnId="{9BBC118D-ADF1-45D5-88D4-C1069BFC3C03}">
      <dgm:prSet/>
      <dgm:spPr/>
      <dgm:t>
        <a:bodyPr/>
        <a:lstStyle/>
        <a:p>
          <a:endParaRPr lang="en-ID"/>
        </a:p>
      </dgm:t>
    </dgm:pt>
    <dgm:pt modelId="{9EC945CF-88E7-4BC7-8695-8E5A40EF78CE}" type="pres">
      <dgm:prSet presAssocID="{4B909637-B131-4A9D-B261-862673C7511F}" presName="Name0" presStyleCnt="0">
        <dgm:presLayoutVars>
          <dgm:dir/>
          <dgm:animLvl val="lvl"/>
          <dgm:resizeHandles val="exact"/>
        </dgm:presLayoutVars>
      </dgm:prSet>
      <dgm:spPr/>
    </dgm:pt>
    <dgm:pt modelId="{86C78043-2AB5-46A7-873D-528487AA5B01}" type="pres">
      <dgm:prSet presAssocID="{59371CC9-9D1D-4B06-9F25-56453E2C5839}" presName="composite" presStyleCnt="0"/>
      <dgm:spPr/>
    </dgm:pt>
    <dgm:pt modelId="{0EF70DE2-4A71-4A4F-B06D-5F40C0F92CA6}" type="pres">
      <dgm:prSet presAssocID="{59371CC9-9D1D-4B06-9F25-56453E2C5839}" presName="parTx" presStyleLbl="alignNode1" presStyleIdx="0" presStyleCnt="4">
        <dgm:presLayoutVars>
          <dgm:chMax val="0"/>
          <dgm:chPref val="0"/>
          <dgm:bulletEnabled val="1"/>
        </dgm:presLayoutVars>
      </dgm:prSet>
      <dgm:spPr/>
    </dgm:pt>
    <dgm:pt modelId="{255A1DA2-0EE9-4E54-9C58-671B0B2ECE94}" type="pres">
      <dgm:prSet presAssocID="{59371CC9-9D1D-4B06-9F25-56453E2C5839}" presName="desTx" presStyleLbl="alignAccFollowNode1" presStyleIdx="0" presStyleCnt="4">
        <dgm:presLayoutVars>
          <dgm:bulletEnabled val="1"/>
        </dgm:presLayoutVars>
      </dgm:prSet>
      <dgm:spPr/>
    </dgm:pt>
    <dgm:pt modelId="{925A0806-396C-41E8-A6FB-D848A20187A2}" type="pres">
      <dgm:prSet presAssocID="{A3963C75-78FB-4379-BF7E-A95C1EB9A7B1}" presName="space" presStyleCnt="0"/>
      <dgm:spPr/>
    </dgm:pt>
    <dgm:pt modelId="{C0355856-66F2-431B-8FFA-EE56A815B46E}" type="pres">
      <dgm:prSet presAssocID="{0183F7FC-2963-4669-B178-19D896C6BF4B}" presName="composite" presStyleCnt="0"/>
      <dgm:spPr/>
    </dgm:pt>
    <dgm:pt modelId="{792E16EF-451B-4C8D-BA71-B8C03EB201D2}" type="pres">
      <dgm:prSet presAssocID="{0183F7FC-2963-4669-B178-19D896C6BF4B}" presName="parTx" presStyleLbl="alignNode1" presStyleIdx="1" presStyleCnt="4">
        <dgm:presLayoutVars>
          <dgm:chMax val="0"/>
          <dgm:chPref val="0"/>
          <dgm:bulletEnabled val="1"/>
        </dgm:presLayoutVars>
      </dgm:prSet>
      <dgm:spPr/>
    </dgm:pt>
    <dgm:pt modelId="{DDCE8E93-7C25-4220-9D6C-806B8FF66F8B}" type="pres">
      <dgm:prSet presAssocID="{0183F7FC-2963-4669-B178-19D896C6BF4B}" presName="desTx" presStyleLbl="alignAccFollowNode1" presStyleIdx="1" presStyleCnt="4">
        <dgm:presLayoutVars>
          <dgm:bulletEnabled val="1"/>
        </dgm:presLayoutVars>
      </dgm:prSet>
      <dgm:spPr/>
    </dgm:pt>
    <dgm:pt modelId="{760EE899-E99C-408B-B23B-80EC95FA7130}" type="pres">
      <dgm:prSet presAssocID="{B59E7EE8-143B-4C2C-9600-FE6F66620F2C}" presName="space" presStyleCnt="0"/>
      <dgm:spPr/>
    </dgm:pt>
    <dgm:pt modelId="{60D51BAC-B1D6-4B60-9D87-BB849A6960AA}" type="pres">
      <dgm:prSet presAssocID="{81FDBA77-347B-467D-8EAC-68C6772984B4}" presName="composite" presStyleCnt="0"/>
      <dgm:spPr/>
    </dgm:pt>
    <dgm:pt modelId="{38025E99-8B4B-43BF-A995-944945D76525}" type="pres">
      <dgm:prSet presAssocID="{81FDBA77-347B-467D-8EAC-68C6772984B4}" presName="parTx" presStyleLbl="alignNode1" presStyleIdx="2" presStyleCnt="4">
        <dgm:presLayoutVars>
          <dgm:chMax val="0"/>
          <dgm:chPref val="0"/>
          <dgm:bulletEnabled val="1"/>
        </dgm:presLayoutVars>
      </dgm:prSet>
      <dgm:spPr/>
    </dgm:pt>
    <dgm:pt modelId="{30402F2E-466C-49F4-A1E0-DFF4715091E6}" type="pres">
      <dgm:prSet presAssocID="{81FDBA77-347B-467D-8EAC-68C6772984B4}" presName="desTx" presStyleLbl="alignAccFollowNode1" presStyleIdx="2" presStyleCnt="4">
        <dgm:presLayoutVars>
          <dgm:bulletEnabled val="1"/>
        </dgm:presLayoutVars>
      </dgm:prSet>
      <dgm:spPr/>
    </dgm:pt>
    <dgm:pt modelId="{B37227D9-43A6-49D5-A522-5DA13F9CA1A4}" type="pres">
      <dgm:prSet presAssocID="{44FB57C1-86AF-42A9-BA16-22561AAD373D}" presName="space" presStyleCnt="0"/>
      <dgm:spPr/>
    </dgm:pt>
    <dgm:pt modelId="{3B3097E1-43C0-4BCA-89B2-96479CF38E80}" type="pres">
      <dgm:prSet presAssocID="{D19742B7-9904-4FB4-AA56-6642DC8554B1}" presName="composite" presStyleCnt="0"/>
      <dgm:spPr/>
    </dgm:pt>
    <dgm:pt modelId="{812E66BF-0DD8-4FEA-ABDD-7C60CD8ACAB5}" type="pres">
      <dgm:prSet presAssocID="{D19742B7-9904-4FB4-AA56-6642DC8554B1}" presName="parTx" presStyleLbl="alignNode1" presStyleIdx="3" presStyleCnt="4">
        <dgm:presLayoutVars>
          <dgm:chMax val="0"/>
          <dgm:chPref val="0"/>
          <dgm:bulletEnabled val="1"/>
        </dgm:presLayoutVars>
      </dgm:prSet>
      <dgm:spPr/>
    </dgm:pt>
    <dgm:pt modelId="{B7095716-9CF4-4DBD-843D-63805DE191DD}" type="pres">
      <dgm:prSet presAssocID="{D19742B7-9904-4FB4-AA56-6642DC8554B1}" presName="desTx" presStyleLbl="alignAccFollowNode1" presStyleIdx="3" presStyleCnt="4">
        <dgm:presLayoutVars>
          <dgm:bulletEnabled val="1"/>
        </dgm:presLayoutVars>
      </dgm:prSet>
      <dgm:spPr/>
    </dgm:pt>
  </dgm:ptLst>
  <dgm:cxnLst>
    <dgm:cxn modelId="{D3621110-AB9C-4BDA-89AD-2DE6E64CABFE}" srcId="{4B909637-B131-4A9D-B261-862673C7511F}" destId="{59371CC9-9D1D-4B06-9F25-56453E2C5839}" srcOrd="0" destOrd="0" parTransId="{4413F125-C0ED-48FD-AF2B-632057A73E91}" sibTransId="{A3963C75-78FB-4379-BF7E-A95C1EB9A7B1}"/>
    <dgm:cxn modelId="{721BFC21-DFC0-4CB9-8575-EA3A1A1AE474}" type="presOf" srcId="{0A171DF0-7883-493F-80E9-EFEB423C3795}" destId="{30402F2E-466C-49F4-A1E0-DFF4715091E6}" srcOrd="0" destOrd="0" presId="urn:microsoft.com/office/officeart/2005/8/layout/hList1"/>
    <dgm:cxn modelId="{97F66A61-2CCE-40F0-9580-D3581732199B}" type="presOf" srcId="{3F17A758-5D51-40F5-A22F-D96D8F5706B6}" destId="{B7095716-9CF4-4DBD-843D-63805DE191DD}" srcOrd="0" destOrd="0" presId="urn:microsoft.com/office/officeart/2005/8/layout/hList1"/>
    <dgm:cxn modelId="{53B25369-4043-49A0-9F54-255095AC96DA}" type="presOf" srcId="{81FDBA77-347B-467D-8EAC-68C6772984B4}" destId="{38025E99-8B4B-43BF-A995-944945D76525}" srcOrd="0" destOrd="0" presId="urn:microsoft.com/office/officeart/2005/8/layout/hList1"/>
    <dgm:cxn modelId="{736FED6A-614B-40AE-A1C3-49043F936FBF}" srcId="{4B909637-B131-4A9D-B261-862673C7511F}" destId="{81FDBA77-347B-467D-8EAC-68C6772984B4}" srcOrd="2" destOrd="0" parTransId="{AB561A79-9B0F-4773-ABE4-37F62FE87422}" sibTransId="{44FB57C1-86AF-42A9-BA16-22561AAD373D}"/>
    <dgm:cxn modelId="{8EDCBE4B-5077-4D5C-85D6-29886756D146}" type="presOf" srcId="{4B909637-B131-4A9D-B261-862673C7511F}" destId="{9EC945CF-88E7-4BC7-8695-8E5A40EF78CE}" srcOrd="0" destOrd="0" presId="urn:microsoft.com/office/officeart/2005/8/layout/hList1"/>
    <dgm:cxn modelId="{09C99C6D-4EA0-4913-8A86-3675E1D50668}" type="presOf" srcId="{F86FB60F-CB3E-4EC0-B6F5-639A6CA3F564}" destId="{DDCE8E93-7C25-4220-9D6C-806B8FF66F8B}" srcOrd="0" destOrd="1" presId="urn:microsoft.com/office/officeart/2005/8/layout/hList1"/>
    <dgm:cxn modelId="{B8C51476-3D72-4B6F-AF4C-3ED1D43E8519}" type="presOf" srcId="{D19742B7-9904-4FB4-AA56-6642DC8554B1}" destId="{812E66BF-0DD8-4FEA-ABDD-7C60CD8ACAB5}" srcOrd="0" destOrd="0" presId="urn:microsoft.com/office/officeart/2005/8/layout/hList1"/>
    <dgm:cxn modelId="{8761037E-6A90-4B83-A3F1-6B5F4ACC3AD7}" srcId="{59371CC9-9D1D-4B06-9F25-56453E2C5839}" destId="{F3F44FC0-D537-4C4C-A189-2CB73AA67DDC}" srcOrd="0" destOrd="0" parTransId="{18200321-C560-48D7-9F2F-1E19ACD6A18D}" sibTransId="{260C77E3-A1B1-4708-BA38-83BBFD99778F}"/>
    <dgm:cxn modelId="{FF738888-CF8B-448A-8029-30A431929A76}" srcId="{81FDBA77-347B-467D-8EAC-68C6772984B4}" destId="{0A171DF0-7883-493F-80E9-EFEB423C3795}" srcOrd="0" destOrd="0" parTransId="{782BB5B0-F088-477F-A612-EC2EC5F9CDAB}" sibTransId="{6DE24356-8CF8-4529-96F9-E8E940244589}"/>
    <dgm:cxn modelId="{9BBC118D-ADF1-45D5-88D4-C1069BFC3C03}" srcId="{D19742B7-9904-4FB4-AA56-6642DC8554B1}" destId="{3F17A758-5D51-40F5-A22F-D96D8F5706B6}" srcOrd="0" destOrd="0" parTransId="{C8B0EF7B-19F0-4444-BBE7-3F5AF0E29C24}" sibTransId="{2959BA43-876E-40BC-9265-336898031BF6}"/>
    <dgm:cxn modelId="{4DCF44AC-DC11-47BC-A54E-B49F83A58A21}" type="presOf" srcId="{59371CC9-9D1D-4B06-9F25-56453E2C5839}" destId="{0EF70DE2-4A71-4A4F-B06D-5F40C0F92CA6}" srcOrd="0" destOrd="0" presId="urn:microsoft.com/office/officeart/2005/8/layout/hList1"/>
    <dgm:cxn modelId="{A283CBAD-93F1-4ED8-9F2F-25878CB249DA}" srcId="{4B909637-B131-4A9D-B261-862673C7511F}" destId="{D19742B7-9904-4FB4-AA56-6642DC8554B1}" srcOrd="3" destOrd="0" parTransId="{8C6DE4A3-7B33-4A0B-AC1A-D5CAE2C181BB}" sibTransId="{2AF98610-564C-4774-8E16-E96AAEDABA6E}"/>
    <dgm:cxn modelId="{9AE94EAF-973D-4B6F-AEF1-645286F6638F}" srcId="{4B909637-B131-4A9D-B261-862673C7511F}" destId="{0183F7FC-2963-4669-B178-19D896C6BF4B}" srcOrd="1" destOrd="0" parTransId="{92BF8CD6-3358-4AB7-9F44-553DC662C27A}" sibTransId="{B59E7EE8-143B-4C2C-9600-FE6F66620F2C}"/>
    <dgm:cxn modelId="{B6879BCA-0D0C-4CAC-95EF-C3CB0D4158D3}" srcId="{0183F7FC-2963-4669-B178-19D896C6BF4B}" destId="{F86FB60F-CB3E-4EC0-B6F5-639A6CA3F564}" srcOrd="1" destOrd="0" parTransId="{CF31BE2C-9A17-4647-8CFF-E59CA6C74C05}" sibTransId="{08661696-139D-4668-920D-2F2C19269A40}"/>
    <dgm:cxn modelId="{082746CD-B7CC-4A3B-80D0-A2337697201B}" type="presOf" srcId="{1AB6C8EE-D2C8-40AF-AFCE-AFB2450423BB}" destId="{30402F2E-466C-49F4-A1E0-DFF4715091E6}" srcOrd="0" destOrd="1" presId="urn:microsoft.com/office/officeart/2005/8/layout/hList1"/>
    <dgm:cxn modelId="{A9C1C0D5-1924-4642-BBF0-A043A0C3FF63}" srcId="{0183F7FC-2963-4669-B178-19D896C6BF4B}" destId="{A8356E49-BC8A-4A25-9AD7-B41262D73B36}" srcOrd="0" destOrd="0" parTransId="{19311AA5-D572-4359-91AE-F00F19174633}" sibTransId="{4D576933-5C42-48ED-8308-1A36FB9CAC57}"/>
    <dgm:cxn modelId="{0F972AD7-517B-45FB-9D06-020487C3DC5C}" type="presOf" srcId="{0183F7FC-2963-4669-B178-19D896C6BF4B}" destId="{792E16EF-451B-4C8D-BA71-B8C03EB201D2}" srcOrd="0" destOrd="0" presId="urn:microsoft.com/office/officeart/2005/8/layout/hList1"/>
    <dgm:cxn modelId="{B4A45CE4-6A06-48C2-BEF5-7B5D305EEA19}" type="presOf" srcId="{F3F44FC0-D537-4C4C-A189-2CB73AA67DDC}" destId="{255A1DA2-0EE9-4E54-9C58-671B0B2ECE94}" srcOrd="0" destOrd="0" presId="urn:microsoft.com/office/officeart/2005/8/layout/hList1"/>
    <dgm:cxn modelId="{B8D3F9FC-F601-4B7A-8B9A-B23741447643}" srcId="{81FDBA77-347B-467D-8EAC-68C6772984B4}" destId="{1AB6C8EE-D2C8-40AF-AFCE-AFB2450423BB}" srcOrd="1" destOrd="0" parTransId="{491B3AE3-9C74-4830-B50D-3CC7F99762EA}" sibTransId="{6AEAA5A9-30A4-4A3A-B443-D47F07B1E859}"/>
    <dgm:cxn modelId="{5D7321FD-6810-44BE-B91D-A5F389A04ED8}" type="presOf" srcId="{A8356E49-BC8A-4A25-9AD7-B41262D73B36}" destId="{DDCE8E93-7C25-4220-9D6C-806B8FF66F8B}" srcOrd="0" destOrd="0" presId="urn:microsoft.com/office/officeart/2005/8/layout/hList1"/>
    <dgm:cxn modelId="{C8BDACA2-D9FE-4105-9CD8-B2D652293BF9}" type="presParOf" srcId="{9EC945CF-88E7-4BC7-8695-8E5A40EF78CE}" destId="{86C78043-2AB5-46A7-873D-528487AA5B01}" srcOrd="0" destOrd="0" presId="urn:microsoft.com/office/officeart/2005/8/layout/hList1"/>
    <dgm:cxn modelId="{D07BF47C-1F46-41C4-B97B-139DF8630A9F}" type="presParOf" srcId="{86C78043-2AB5-46A7-873D-528487AA5B01}" destId="{0EF70DE2-4A71-4A4F-B06D-5F40C0F92CA6}" srcOrd="0" destOrd="0" presId="urn:microsoft.com/office/officeart/2005/8/layout/hList1"/>
    <dgm:cxn modelId="{E78EA7DC-16F7-422A-9A4B-E96AA774DCD1}" type="presParOf" srcId="{86C78043-2AB5-46A7-873D-528487AA5B01}" destId="{255A1DA2-0EE9-4E54-9C58-671B0B2ECE94}" srcOrd="1" destOrd="0" presId="urn:microsoft.com/office/officeart/2005/8/layout/hList1"/>
    <dgm:cxn modelId="{58603802-8A6F-4CDC-8D85-B54712D915E9}" type="presParOf" srcId="{9EC945CF-88E7-4BC7-8695-8E5A40EF78CE}" destId="{925A0806-396C-41E8-A6FB-D848A20187A2}" srcOrd="1" destOrd="0" presId="urn:microsoft.com/office/officeart/2005/8/layout/hList1"/>
    <dgm:cxn modelId="{892982A2-029B-4F6A-B0E2-D6AA10D9A9ED}" type="presParOf" srcId="{9EC945CF-88E7-4BC7-8695-8E5A40EF78CE}" destId="{C0355856-66F2-431B-8FFA-EE56A815B46E}" srcOrd="2" destOrd="0" presId="urn:microsoft.com/office/officeart/2005/8/layout/hList1"/>
    <dgm:cxn modelId="{012A8B94-49C5-49D4-B62E-259DBF47A3E4}" type="presParOf" srcId="{C0355856-66F2-431B-8FFA-EE56A815B46E}" destId="{792E16EF-451B-4C8D-BA71-B8C03EB201D2}" srcOrd="0" destOrd="0" presId="urn:microsoft.com/office/officeart/2005/8/layout/hList1"/>
    <dgm:cxn modelId="{1E6AF09C-7B5D-432C-8B76-D803F2DE3C0F}" type="presParOf" srcId="{C0355856-66F2-431B-8FFA-EE56A815B46E}" destId="{DDCE8E93-7C25-4220-9D6C-806B8FF66F8B}" srcOrd="1" destOrd="0" presId="urn:microsoft.com/office/officeart/2005/8/layout/hList1"/>
    <dgm:cxn modelId="{5070B0D4-D4E4-4EF3-B7CF-A663A0E0C79C}" type="presParOf" srcId="{9EC945CF-88E7-4BC7-8695-8E5A40EF78CE}" destId="{760EE899-E99C-408B-B23B-80EC95FA7130}" srcOrd="3" destOrd="0" presId="urn:microsoft.com/office/officeart/2005/8/layout/hList1"/>
    <dgm:cxn modelId="{C0C76E90-0D81-4430-B8BE-5C85A03BAC2B}" type="presParOf" srcId="{9EC945CF-88E7-4BC7-8695-8E5A40EF78CE}" destId="{60D51BAC-B1D6-4B60-9D87-BB849A6960AA}" srcOrd="4" destOrd="0" presId="urn:microsoft.com/office/officeart/2005/8/layout/hList1"/>
    <dgm:cxn modelId="{E180B930-BDA2-4EEA-839A-87B2AFB6F982}" type="presParOf" srcId="{60D51BAC-B1D6-4B60-9D87-BB849A6960AA}" destId="{38025E99-8B4B-43BF-A995-944945D76525}" srcOrd="0" destOrd="0" presId="urn:microsoft.com/office/officeart/2005/8/layout/hList1"/>
    <dgm:cxn modelId="{42DE6622-F9E1-44B6-9E23-0852CDD69C1C}" type="presParOf" srcId="{60D51BAC-B1D6-4B60-9D87-BB849A6960AA}" destId="{30402F2E-466C-49F4-A1E0-DFF4715091E6}" srcOrd="1" destOrd="0" presId="urn:microsoft.com/office/officeart/2005/8/layout/hList1"/>
    <dgm:cxn modelId="{08440E17-BA26-49E8-A5F4-FDF2E35E0D59}" type="presParOf" srcId="{9EC945CF-88E7-4BC7-8695-8E5A40EF78CE}" destId="{B37227D9-43A6-49D5-A522-5DA13F9CA1A4}" srcOrd="5" destOrd="0" presId="urn:microsoft.com/office/officeart/2005/8/layout/hList1"/>
    <dgm:cxn modelId="{89909140-ECDA-4F09-8ABD-DA86DB2162B8}" type="presParOf" srcId="{9EC945CF-88E7-4BC7-8695-8E5A40EF78CE}" destId="{3B3097E1-43C0-4BCA-89B2-96479CF38E80}" srcOrd="6" destOrd="0" presId="urn:microsoft.com/office/officeart/2005/8/layout/hList1"/>
    <dgm:cxn modelId="{7336026B-3FE3-4DA4-AE25-68CA6191F813}" type="presParOf" srcId="{3B3097E1-43C0-4BCA-89B2-96479CF38E80}" destId="{812E66BF-0DD8-4FEA-ABDD-7C60CD8ACAB5}" srcOrd="0" destOrd="0" presId="urn:microsoft.com/office/officeart/2005/8/layout/hList1"/>
    <dgm:cxn modelId="{15A514FB-C80A-4376-9673-4F46A048C729}" type="presParOf" srcId="{3B3097E1-43C0-4BCA-89B2-96479CF38E80}" destId="{B7095716-9CF4-4DBD-843D-63805DE191DD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EF70DE2-4A71-4A4F-B06D-5F40C0F92CA6}">
      <dsp:nvSpPr>
        <dsp:cNvPr id="0" name=""/>
        <dsp:cNvSpPr/>
      </dsp:nvSpPr>
      <dsp:spPr>
        <a:xfrm>
          <a:off x="2291" y="1486600"/>
          <a:ext cx="1378148" cy="4320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60960" rIns="106680" bIns="6096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Frontend</a:t>
          </a:r>
          <a:endParaRPr lang="en-ID" sz="1500" kern="1200" dirty="0"/>
        </a:p>
      </dsp:txBody>
      <dsp:txXfrm>
        <a:off x="2291" y="1486600"/>
        <a:ext cx="1378148" cy="432000"/>
      </dsp:txXfrm>
    </dsp:sp>
    <dsp:sp modelId="{255A1DA2-0EE9-4E54-9C58-671B0B2ECE94}">
      <dsp:nvSpPr>
        <dsp:cNvPr id="0" name=""/>
        <dsp:cNvSpPr/>
      </dsp:nvSpPr>
      <dsp:spPr>
        <a:xfrm>
          <a:off x="2291" y="1918600"/>
          <a:ext cx="1378148" cy="65880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106680" bIns="120015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React</a:t>
          </a:r>
          <a:endParaRPr lang="en-ID" sz="1500" kern="1200" dirty="0"/>
        </a:p>
      </dsp:txBody>
      <dsp:txXfrm>
        <a:off x="2291" y="1918600"/>
        <a:ext cx="1378148" cy="658800"/>
      </dsp:txXfrm>
    </dsp:sp>
    <dsp:sp modelId="{792E16EF-451B-4C8D-BA71-B8C03EB201D2}">
      <dsp:nvSpPr>
        <dsp:cNvPr id="0" name=""/>
        <dsp:cNvSpPr/>
      </dsp:nvSpPr>
      <dsp:spPr>
        <a:xfrm>
          <a:off x="1573381" y="1486600"/>
          <a:ext cx="1378148" cy="4320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60960" rIns="106680" bIns="6096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Backend</a:t>
          </a:r>
          <a:endParaRPr lang="en-ID" sz="1500" kern="1200" dirty="0"/>
        </a:p>
      </dsp:txBody>
      <dsp:txXfrm>
        <a:off x="1573381" y="1486600"/>
        <a:ext cx="1378148" cy="432000"/>
      </dsp:txXfrm>
    </dsp:sp>
    <dsp:sp modelId="{DDCE8E93-7C25-4220-9D6C-806B8FF66F8B}">
      <dsp:nvSpPr>
        <dsp:cNvPr id="0" name=""/>
        <dsp:cNvSpPr/>
      </dsp:nvSpPr>
      <dsp:spPr>
        <a:xfrm>
          <a:off x="1573381" y="1918600"/>
          <a:ext cx="1378148" cy="65880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106680" bIns="120015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Laravel</a:t>
          </a:r>
          <a:endParaRPr lang="en-ID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 err="1"/>
            <a:t>GraphQl</a:t>
          </a:r>
          <a:endParaRPr lang="en-ID" sz="1500" kern="1200" dirty="0"/>
        </a:p>
      </dsp:txBody>
      <dsp:txXfrm>
        <a:off x="1573381" y="1918600"/>
        <a:ext cx="1378148" cy="658800"/>
      </dsp:txXfrm>
    </dsp:sp>
    <dsp:sp modelId="{38025E99-8B4B-43BF-A995-944945D76525}">
      <dsp:nvSpPr>
        <dsp:cNvPr id="0" name=""/>
        <dsp:cNvSpPr/>
      </dsp:nvSpPr>
      <dsp:spPr>
        <a:xfrm>
          <a:off x="3144470" y="1486600"/>
          <a:ext cx="1378148" cy="4320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60960" rIns="106680" bIns="6096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 err="1"/>
            <a:t>Deployement</a:t>
          </a:r>
          <a:endParaRPr lang="en-ID" sz="1500" kern="1200" dirty="0"/>
        </a:p>
      </dsp:txBody>
      <dsp:txXfrm>
        <a:off x="3144470" y="1486600"/>
        <a:ext cx="1378148" cy="432000"/>
      </dsp:txXfrm>
    </dsp:sp>
    <dsp:sp modelId="{30402F2E-466C-49F4-A1E0-DFF4715091E6}">
      <dsp:nvSpPr>
        <dsp:cNvPr id="0" name=""/>
        <dsp:cNvSpPr/>
      </dsp:nvSpPr>
      <dsp:spPr>
        <a:xfrm>
          <a:off x="3144470" y="1918600"/>
          <a:ext cx="1378148" cy="65880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106680" bIns="120015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AWS Cloud</a:t>
          </a:r>
          <a:endParaRPr lang="en-ID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ID" sz="1500" kern="1200" dirty="0"/>
        </a:p>
      </dsp:txBody>
      <dsp:txXfrm>
        <a:off x="3144470" y="1918600"/>
        <a:ext cx="1378148" cy="658800"/>
      </dsp:txXfrm>
    </dsp:sp>
    <dsp:sp modelId="{812E66BF-0DD8-4FEA-ABDD-7C60CD8ACAB5}">
      <dsp:nvSpPr>
        <dsp:cNvPr id="0" name=""/>
        <dsp:cNvSpPr/>
      </dsp:nvSpPr>
      <dsp:spPr>
        <a:xfrm>
          <a:off x="4715559" y="1486600"/>
          <a:ext cx="1378148" cy="4320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60960" rIns="106680" bIns="6096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Others</a:t>
          </a:r>
          <a:endParaRPr lang="en-ID" sz="1500" kern="1200" dirty="0"/>
        </a:p>
      </dsp:txBody>
      <dsp:txXfrm>
        <a:off x="4715559" y="1486600"/>
        <a:ext cx="1378148" cy="432000"/>
      </dsp:txXfrm>
    </dsp:sp>
    <dsp:sp modelId="{B7095716-9CF4-4DBD-843D-63805DE191DD}">
      <dsp:nvSpPr>
        <dsp:cNvPr id="0" name=""/>
        <dsp:cNvSpPr/>
      </dsp:nvSpPr>
      <dsp:spPr>
        <a:xfrm>
          <a:off x="4715559" y="1918600"/>
          <a:ext cx="1378148" cy="65880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106680" bIns="120015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Git Repo</a:t>
          </a:r>
          <a:endParaRPr lang="en-ID" sz="1500" kern="1200" dirty="0"/>
        </a:p>
      </dsp:txBody>
      <dsp:txXfrm>
        <a:off x="4715559" y="1918600"/>
        <a:ext cx="1378148" cy="6588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c788e9a590_0_5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c788e9a590_0_5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c788e9a590_0_1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" name="Google Shape;352;gc788e9a590_0_1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fa656d5f8b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4" name="Google Shape;364;gfa656d5f8b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c788e9a590_0_2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7" name="Google Shape;407;gc788e9a590_0_2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gc788e9a590_0_6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5" name="Google Shape;455;gc788e9a590_0_6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ca275fbaf4_0_2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6" name="Google Shape;476;gca275fbaf4_0_2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gfa685d3a9a_3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7" name="Google Shape;497;gfa685d3a9a_3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c788e9a590_0_2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7" name="Google Shape;407;gc788e9a590_0_2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4107509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fa656d5f8b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4" name="Google Shape;364;gfa656d5f8b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6019960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fa656d5f8b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4" name="Google Shape;364;gfa656d5f8b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4041469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gc91aa0ac1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1" name="Google Shape;571;gc91aa0ac1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894500" y="588600"/>
            <a:ext cx="5392800" cy="1983300"/>
          </a:xfrm>
          <a:prstGeom prst="rect">
            <a:avLst/>
          </a:prstGeom>
        </p:spPr>
        <p:txBody>
          <a:bodyPr spcFirstLastPara="1" wrap="square" lIns="91425" tIns="20115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Font typeface="Josefin Sans"/>
              <a:buNone/>
              <a:defRPr sz="5200" b="1"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894500" y="2499325"/>
            <a:ext cx="33357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Josefin Sans Light"/>
              <a:buNone/>
              <a:defRPr sz="1800" b="1">
                <a:solidFill>
                  <a:schemeClr val="dk2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cxnSp>
        <p:nvCxnSpPr>
          <p:cNvPr id="11" name="Google Shape;11;p2"/>
          <p:cNvCxnSpPr/>
          <p:nvPr/>
        </p:nvCxnSpPr>
        <p:spPr>
          <a:xfrm>
            <a:off x="542275" y="758250"/>
            <a:ext cx="0" cy="2878500"/>
          </a:xfrm>
          <a:prstGeom prst="straightConnector1">
            <a:avLst/>
          </a:prstGeom>
          <a:noFill/>
          <a:ln w="1143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" name="Google Shape;12;p2"/>
          <p:cNvCxnSpPr/>
          <p:nvPr/>
        </p:nvCxnSpPr>
        <p:spPr>
          <a:xfrm>
            <a:off x="6481100" y="4609950"/>
            <a:ext cx="2544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>
            <a:spLocks noGrp="1"/>
          </p:cNvSpPr>
          <p:nvPr>
            <p:ph type="subTitle" idx="1"/>
          </p:nvPr>
        </p:nvSpPr>
        <p:spPr>
          <a:xfrm>
            <a:off x="811600" y="1312075"/>
            <a:ext cx="7628100" cy="329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Josefin Sans"/>
              <a:buAutoNum type="arabicPeriod"/>
              <a:defRPr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1470900" y="476534"/>
            <a:ext cx="6202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Font typeface="Josefin Sans"/>
              <a:buNone/>
              <a:defRPr b="1"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cxnSp>
        <p:nvCxnSpPr>
          <p:cNvPr id="23" name="Google Shape;23;p4"/>
          <p:cNvCxnSpPr/>
          <p:nvPr/>
        </p:nvCxnSpPr>
        <p:spPr>
          <a:xfrm>
            <a:off x="6481100" y="4609950"/>
            <a:ext cx="2544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" name="Google Shape;24;p4"/>
          <p:cNvSpPr txBox="1"/>
          <p:nvPr/>
        </p:nvSpPr>
        <p:spPr>
          <a:xfrm>
            <a:off x="8439900" y="4609950"/>
            <a:ext cx="5853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100" b="1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rPr>
              <a:t>‹#›</a:t>
            </a:fld>
            <a:endParaRPr sz="1100" b="1">
              <a:solidFill>
                <a:schemeClr val="accent1"/>
              </a:solidFill>
              <a:latin typeface="Josefin Sans"/>
              <a:ea typeface="Josefin Sans"/>
              <a:cs typeface="Josefin Sans"/>
              <a:sym typeface="Josefin San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>
            <a:spLocks noGrp="1"/>
          </p:cNvSpPr>
          <p:nvPr>
            <p:ph type="subTitle" idx="1"/>
          </p:nvPr>
        </p:nvSpPr>
        <p:spPr>
          <a:xfrm>
            <a:off x="2206925" y="3042799"/>
            <a:ext cx="2263500" cy="8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efin Sans Light"/>
              <a:buNone/>
              <a:defRPr sz="14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subTitle" idx="2"/>
          </p:nvPr>
        </p:nvSpPr>
        <p:spPr>
          <a:xfrm>
            <a:off x="5045075" y="3042799"/>
            <a:ext cx="2263500" cy="8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efin Sans Light"/>
              <a:buNone/>
              <a:defRPr sz="14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subTitle" idx="3"/>
          </p:nvPr>
        </p:nvSpPr>
        <p:spPr>
          <a:xfrm>
            <a:off x="2206913" y="2478641"/>
            <a:ext cx="22635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Josefin Sans SemiBold"/>
              <a:buNone/>
              <a:defRPr sz="1800">
                <a:solidFill>
                  <a:schemeClr val="accent1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Josefin Sans SemiBold"/>
              <a:buNone/>
              <a:defRPr sz="1500">
                <a:solidFill>
                  <a:schemeClr val="accent1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Josefin Sans SemiBold"/>
              <a:buNone/>
              <a:defRPr sz="1500">
                <a:solidFill>
                  <a:schemeClr val="accent1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Josefin Sans SemiBold"/>
              <a:buNone/>
              <a:defRPr sz="1500">
                <a:solidFill>
                  <a:schemeClr val="accent1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Josefin Sans SemiBold"/>
              <a:buNone/>
              <a:defRPr sz="1500">
                <a:solidFill>
                  <a:schemeClr val="accent1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Josefin Sans SemiBold"/>
              <a:buNone/>
              <a:defRPr sz="1500">
                <a:solidFill>
                  <a:schemeClr val="accent1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Josefin Sans SemiBold"/>
              <a:buNone/>
              <a:defRPr sz="1500">
                <a:solidFill>
                  <a:schemeClr val="accent1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Josefin Sans SemiBold"/>
              <a:buNone/>
              <a:defRPr sz="1500">
                <a:solidFill>
                  <a:schemeClr val="accent1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Josefin Sans SemiBold"/>
              <a:buNone/>
              <a:defRPr sz="1500">
                <a:solidFill>
                  <a:schemeClr val="accent1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defRPr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subTitle" idx="4"/>
          </p:nvPr>
        </p:nvSpPr>
        <p:spPr>
          <a:xfrm>
            <a:off x="5045063" y="2478641"/>
            <a:ext cx="22635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Josefin Sans SemiBold"/>
              <a:buNone/>
              <a:defRPr sz="1800">
                <a:solidFill>
                  <a:schemeClr val="accent1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Josefin Sans SemiBold"/>
              <a:buNone/>
              <a:defRPr sz="1500">
                <a:solidFill>
                  <a:schemeClr val="accent1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Josefin Sans SemiBold"/>
              <a:buNone/>
              <a:defRPr sz="1500">
                <a:solidFill>
                  <a:schemeClr val="accent1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Josefin Sans SemiBold"/>
              <a:buNone/>
              <a:defRPr sz="1500">
                <a:solidFill>
                  <a:schemeClr val="accent1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Josefin Sans SemiBold"/>
              <a:buNone/>
              <a:defRPr sz="1500">
                <a:solidFill>
                  <a:schemeClr val="accent1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Josefin Sans SemiBold"/>
              <a:buNone/>
              <a:defRPr sz="1500">
                <a:solidFill>
                  <a:schemeClr val="accent1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Josefin Sans SemiBold"/>
              <a:buNone/>
              <a:defRPr sz="1500">
                <a:solidFill>
                  <a:schemeClr val="accent1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Josefin Sans SemiBold"/>
              <a:buNone/>
              <a:defRPr sz="1500">
                <a:solidFill>
                  <a:schemeClr val="accent1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Josefin Sans SemiBold"/>
              <a:buNone/>
              <a:defRPr sz="1500">
                <a:solidFill>
                  <a:schemeClr val="accent1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title"/>
          </p:nvPr>
        </p:nvSpPr>
        <p:spPr>
          <a:xfrm>
            <a:off x="146725" y="4789139"/>
            <a:ext cx="3027300" cy="2292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800"/>
              <a:buFont typeface="Josefin Sans"/>
              <a:buNone/>
              <a:defRPr sz="800" b="1"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title" idx="5" hasCustomPrompt="1"/>
          </p:nvPr>
        </p:nvSpPr>
        <p:spPr>
          <a:xfrm>
            <a:off x="146725" y="4719850"/>
            <a:ext cx="1689000" cy="1605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00"/>
              <a:buFont typeface="Josefin Sans"/>
              <a:buNone/>
              <a:defRPr sz="1900" b="1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D0000"/>
              </a:buClr>
              <a:buSzPts val="4000"/>
              <a:buFont typeface="Josefin Sans"/>
              <a:buNone/>
              <a:defRPr sz="4000" b="1">
                <a:solidFill>
                  <a:srgbClr val="FD0000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D0000"/>
              </a:buClr>
              <a:buSzPts val="4000"/>
              <a:buFont typeface="Josefin Sans"/>
              <a:buNone/>
              <a:defRPr sz="4000" b="1">
                <a:solidFill>
                  <a:srgbClr val="FD0000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D0000"/>
              </a:buClr>
              <a:buSzPts val="4000"/>
              <a:buFont typeface="Josefin Sans"/>
              <a:buNone/>
              <a:defRPr sz="4000" b="1">
                <a:solidFill>
                  <a:srgbClr val="FD0000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D0000"/>
              </a:buClr>
              <a:buSzPts val="4000"/>
              <a:buFont typeface="Josefin Sans"/>
              <a:buNone/>
              <a:defRPr sz="4000" b="1">
                <a:solidFill>
                  <a:srgbClr val="FD0000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D0000"/>
              </a:buClr>
              <a:buSzPts val="4000"/>
              <a:buFont typeface="Josefin Sans"/>
              <a:buNone/>
              <a:defRPr sz="4000" b="1">
                <a:solidFill>
                  <a:srgbClr val="FD0000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D0000"/>
              </a:buClr>
              <a:buSzPts val="4000"/>
              <a:buFont typeface="Josefin Sans"/>
              <a:buNone/>
              <a:defRPr sz="4000" b="1">
                <a:solidFill>
                  <a:srgbClr val="FD0000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D0000"/>
              </a:buClr>
              <a:buSzPts val="4000"/>
              <a:buFont typeface="Josefin Sans"/>
              <a:buNone/>
              <a:defRPr sz="4000" b="1">
                <a:solidFill>
                  <a:srgbClr val="FD0000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D0000"/>
              </a:buClr>
              <a:buSzPts val="4000"/>
              <a:buFont typeface="Josefin Sans"/>
              <a:buNone/>
              <a:defRPr sz="4000" b="1">
                <a:solidFill>
                  <a:srgbClr val="FD0000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t>xx%</a:t>
            </a:r>
          </a:p>
        </p:txBody>
      </p:sp>
      <p:cxnSp>
        <p:nvCxnSpPr>
          <p:cNvPr id="32" name="Google Shape;32;p5"/>
          <p:cNvCxnSpPr/>
          <p:nvPr/>
        </p:nvCxnSpPr>
        <p:spPr>
          <a:xfrm rot="10800000">
            <a:off x="241206" y="4608973"/>
            <a:ext cx="12096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3" name="Google Shape;33;p5"/>
          <p:cNvSpPr txBox="1">
            <a:spLocks noGrp="1"/>
          </p:cNvSpPr>
          <p:nvPr>
            <p:ph type="title" idx="6"/>
          </p:nvPr>
        </p:nvSpPr>
        <p:spPr>
          <a:xfrm>
            <a:off x="1470900" y="476534"/>
            <a:ext cx="6202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Font typeface="Josefin Sans"/>
              <a:buNone/>
              <a:defRPr b="1"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cxnSp>
        <p:nvCxnSpPr>
          <p:cNvPr id="34" name="Google Shape;34;p5"/>
          <p:cNvCxnSpPr/>
          <p:nvPr/>
        </p:nvCxnSpPr>
        <p:spPr>
          <a:xfrm>
            <a:off x="6481100" y="4609950"/>
            <a:ext cx="2544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5" name="Google Shape;35;p5"/>
          <p:cNvSpPr txBox="1"/>
          <p:nvPr/>
        </p:nvSpPr>
        <p:spPr>
          <a:xfrm>
            <a:off x="8439900" y="4609950"/>
            <a:ext cx="5853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100" b="1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rPr>
              <a:t>‹#›</a:t>
            </a:fld>
            <a:endParaRPr sz="1100" b="1">
              <a:solidFill>
                <a:schemeClr val="accent1"/>
              </a:solidFill>
              <a:latin typeface="Josefin Sans"/>
              <a:ea typeface="Josefin Sans"/>
              <a:cs typeface="Josefin Sans"/>
              <a:sym typeface="Josefin San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>
            <a:spLocks noGrp="1"/>
          </p:cNvSpPr>
          <p:nvPr>
            <p:ph type="title"/>
          </p:nvPr>
        </p:nvSpPr>
        <p:spPr>
          <a:xfrm>
            <a:off x="146725" y="4789139"/>
            <a:ext cx="3027300" cy="2292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800"/>
              <a:buFont typeface="Josefin Sans"/>
              <a:buNone/>
              <a:defRPr sz="800" b="1"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title" idx="2" hasCustomPrompt="1"/>
          </p:nvPr>
        </p:nvSpPr>
        <p:spPr>
          <a:xfrm>
            <a:off x="146725" y="4719850"/>
            <a:ext cx="1689000" cy="1605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00"/>
              <a:buFont typeface="Josefin Sans"/>
              <a:buNone/>
              <a:defRPr sz="1900" b="1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D0000"/>
              </a:buClr>
              <a:buSzPts val="4000"/>
              <a:buFont typeface="Josefin Sans"/>
              <a:buNone/>
              <a:defRPr sz="4000" b="1">
                <a:solidFill>
                  <a:srgbClr val="FD0000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D0000"/>
              </a:buClr>
              <a:buSzPts val="4000"/>
              <a:buFont typeface="Josefin Sans"/>
              <a:buNone/>
              <a:defRPr sz="4000" b="1">
                <a:solidFill>
                  <a:srgbClr val="FD0000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D0000"/>
              </a:buClr>
              <a:buSzPts val="4000"/>
              <a:buFont typeface="Josefin Sans"/>
              <a:buNone/>
              <a:defRPr sz="4000" b="1">
                <a:solidFill>
                  <a:srgbClr val="FD0000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D0000"/>
              </a:buClr>
              <a:buSzPts val="4000"/>
              <a:buFont typeface="Josefin Sans"/>
              <a:buNone/>
              <a:defRPr sz="4000" b="1">
                <a:solidFill>
                  <a:srgbClr val="FD0000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D0000"/>
              </a:buClr>
              <a:buSzPts val="4000"/>
              <a:buFont typeface="Josefin Sans"/>
              <a:buNone/>
              <a:defRPr sz="4000" b="1">
                <a:solidFill>
                  <a:srgbClr val="FD0000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D0000"/>
              </a:buClr>
              <a:buSzPts val="4000"/>
              <a:buFont typeface="Josefin Sans"/>
              <a:buNone/>
              <a:defRPr sz="4000" b="1">
                <a:solidFill>
                  <a:srgbClr val="FD0000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D0000"/>
              </a:buClr>
              <a:buSzPts val="4000"/>
              <a:buFont typeface="Josefin Sans"/>
              <a:buNone/>
              <a:defRPr sz="4000" b="1">
                <a:solidFill>
                  <a:srgbClr val="FD0000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D0000"/>
              </a:buClr>
              <a:buSzPts val="4000"/>
              <a:buFont typeface="Josefin Sans"/>
              <a:buNone/>
              <a:defRPr sz="4000" b="1">
                <a:solidFill>
                  <a:srgbClr val="FD0000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t>xx%</a:t>
            </a:r>
          </a:p>
        </p:txBody>
      </p:sp>
      <p:cxnSp>
        <p:nvCxnSpPr>
          <p:cNvPr id="39" name="Google Shape;39;p6"/>
          <p:cNvCxnSpPr/>
          <p:nvPr/>
        </p:nvCxnSpPr>
        <p:spPr>
          <a:xfrm rot="10800000">
            <a:off x="241206" y="4608973"/>
            <a:ext cx="12096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0" name="Google Shape;40;p6"/>
          <p:cNvSpPr txBox="1">
            <a:spLocks noGrp="1"/>
          </p:cNvSpPr>
          <p:nvPr>
            <p:ph type="title" idx="3"/>
          </p:nvPr>
        </p:nvSpPr>
        <p:spPr>
          <a:xfrm>
            <a:off x="1470900" y="476534"/>
            <a:ext cx="6202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Font typeface="Josefin Sans"/>
              <a:buNone/>
              <a:defRPr b="1"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cxnSp>
        <p:nvCxnSpPr>
          <p:cNvPr id="41" name="Google Shape;41;p6"/>
          <p:cNvCxnSpPr/>
          <p:nvPr/>
        </p:nvCxnSpPr>
        <p:spPr>
          <a:xfrm>
            <a:off x="6481100" y="4609950"/>
            <a:ext cx="2544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2" name="Google Shape;42;p6"/>
          <p:cNvSpPr txBox="1"/>
          <p:nvPr/>
        </p:nvSpPr>
        <p:spPr>
          <a:xfrm>
            <a:off x="8439900" y="4609950"/>
            <a:ext cx="5853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100" b="1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rPr>
              <a:t>‹#›</a:t>
            </a:fld>
            <a:endParaRPr sz="1100" b="1">
              <a:solidFill>
                <a:schemeClr val="accent1"/>
              </a:solidFill>
              <a:latin typeface="Josefin Sans"/>
              <a:ea typeface="Josefin Sans"/>
              <a:cs typeface="Josefin Sans"/>
              <a:sym typeface="Josefin San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7"/>
          <p:cNvSpPr txBox="1">
            <a:spLocks noGrp="1"/>
          </p:cNvSpPr>
          <p:nvPr>
            <p:ph type="title"/>
          </p:nvPr>
        </p:nvSpPr>
        <p:spPr>
          <a:xfrm>
            <a:off x="146725" y="4789139"/>
            <a:ext cx="3027300" cy="2292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800"/>
              <a:buFont typeface="Josefin Sans"/>
              <a:buNone/>
              <a:defRPr sz="800" b="1"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title" idx="2" hasCustomPrompt="1"/>
          </p:nvPr>
        </p:nvSpPr>
        <p:spPr>
          <a:xfrm>
            <a:off x="146725" y="4719850"/>
            <a:ext cx="1689000" cy="1605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00"/>
              <a:buFont typeface="Josefin Sans"/>
              <a:buNone/>
              <a:defRPr sz="1900" b="1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D0000"/>
              </a:buClr>
              <a:buSzPts val="4000"/>
              <a:buFont typeface="Josefin Sans"/>
              <a:buNone/>
              <a:defRPr sz="4000" b="1">
                <a:solidFill>
                  <a:srgbClr val="FD0000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D0000"/>
              </a:buClr>
              <a:buSzPts val="4000"/>
              <a:buFont typeface="Josefin Sans"/>
              <a:buNone/>
              <a:defRPr sz="4000" b="1">
                <a:solidFill>
                  <a:srgbClr val="FD0000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D0000"/>
              </a:buClr>
              <a:buSzPts val="4000"/>
              <a:buFont typeface="Josefin Sans"/>
              <a:buNone/>
              <a:defRPr sz="4000" b="1">
                <a:solidFill>
                  <a:srgbClr val="FD0000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D0000"/>
              </a:buClr>
              <a:buSzPts val="4000"/>
              <a:buFont typeface="Josefin Sans"/>
              <a:buNone/>
              <a:defRPr sz="4000" b="1">
                <a:solidFill>
                  <a:srgbClr val="FD0000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D0000"/>
              </a:buClr>
              <a:buSzPts val="4000"/>
              <a:buFont typeface="Josefin Sans"/>
              <a:buNone/>
              <a:defRPr sz="4000" b="1">
                <a:solidFill>
                  <a:srgbClr val="FD0000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D0000"/>
              </a:buClr>
              <a:buSzPts val="4000"/>
              <a:buFont typeface="Josefin Sans"/>
              <a:buNone/>
              <a:defRPr sz="4000" b="1">
                <a:solidFill>
                  <a:srgbClr val="FD0000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D0000"/>
              </a:buClr>
              <a:buSzPts val="4000"/>
              <a:buFont typeface="Josefin Sans"/>
              <a:buNone/>
              <a:defRPr sz="4000" b="1">
                <a:solidFill>
                  <a:srgbClr val="FD0000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D0000"/>
              </a:buClr>
              <a:buSzPts val="4000"/>
              <a:buFont typeface="Josefin Sans"/>
              <a:buNone/>
              <a:defRPr sz="4000" b="1">
                <a:solidFill>
                  <a:srgbClr val="FD0000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t>xx%</a:t>
            </a:r>
          </a:p>
        </p:txBody>
      </p:sp>
      <p:cxnSp>
        <p:nvCxnSpPr>
          <p:cNvPr id="46" name="Google Shape;46;p7"/>
          <p:cNvCxnSpPr/>
          <p:nvPr/>
        </p:nvCxnSpPr>
        <p:spPr>
          <a:xfrm rot="10800000">
            <a:off x="241206" y="4608973"/>
            <a:ext cx="12096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7" name="Google Shape;47;p7"/>
          <p:cNvSpPr txBox="1">
            <a:spLocks noGrp="1"/>
          </p:cNvSpPr>
          <p:nvPr>
            <p:ph type="subTitle" idx="1"/>
          </p:nvPr>
        </p:nvSpPr>
        <p:spPr>
          <a:xfrm>
            <a:off x="1410325" y="1727250"/>
            <a:ext cx="5264700" cy="2321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182875" rIns="91425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efin Sans Light"/>
              <a:buChar char="●"/>
              <a:defRPr sz="14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title" idx="3"/>
          </p:nvPr>
        </p:nvSpPr>
        <p:spPr>
          <a:xfrm>
            <a:off x="713225" y="476525"/>
            <a:ext cx="6960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Font typeface="Josefin Sans"/>
              <a:buNone/>
              <a:defRPr b="1"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cxnSp>
        <p:nvCxnSpPr>
          <p:cNvPr id="49" name="Google Shape;49;p7"/>
          <p:cNvCxnSpPr/>
          <p:nvPr/>
        </p:nvCxnSpPr>
        <p:spPr>
          <a:xfrm>
            <a:off x="6481100" y="4609950"/>
            <a:ext cx="2544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0" name="Google Shape;50;p7"/>
          <p:cNvSpPr txBox="1"/>
          <p:nvPr/>
        </p:nvSpPr>
        <p:spPr>
          <a:xfrm>
            <a:off x="8439900" y="4609950"/>
            <a:ext cx="5853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100" b="1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rPr>
              <a:t>‹#›</a:t>
            </a:fld>
            <a:endParaRPr sz="1100" b="1">
              <a:solidFill>
                <a:schemeClr val="accent1"/>
              </a:solidFill>
              <a:latin typeface="Josefin Sans"/>
              <a:ea typeface="Josefin Sans"/>
              <a:cs typeface="Josefin Sans"/>
              <a:sym typeface="Josefin San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"/>
          <p:cNvSpPr/>
          <p:nvPr/>
        </p:nvSpPr>
        <p:spPr>
          <a:xfrm>
            <a:off x="1155750" y="1242000"/>
            <a:ext cx="6832500" cy="2240400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D0000"/>
              </a:solidFill>
            </a:endParaRPr>
          </a:p>
        </p:txBody>
      </p:sp>
      <p:sp>
        <p:nvSpPr>
          <p:cNvPr id="53" name="Google Shape;53;p8"/>
          <p:cNvSpPr txBox="1">
            <a:spLocks noGrp="1"/>
          </p:cNvSpPr>
          <p:nvPr>
            <p:ph type="title"/>
          </p:nvPr>
        </p:nvSpPr>
        <p:spPr>
          <a:xfrm>
            <a:off x="2062125" y="1914000"/>
            <a:ext cx="5609400" cy="896400"/>
          </a:xfrm>
          <a:prstGeom prst="rect">
            <a:avLst/>
          </a:prstGeom>
        </p:spPr>
        <p:txBody>
          <a:bodyPr spcFirstLastPara="1" wrap="square" lIns="91425" tIns="201150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Font typeface="Josefin Sans"/>
              <a:buNone/>
              <a:defRPr sz="5200" b="1"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"/>
          <p:cNvSpPr txBox="1">
            <a:spLocks noGrp="1"/>
          </p:cNvSpPr>
          <p:nvPr>
            <p:ph type="title" idx="2"/>
          </p:nvPr>
        </p:nvSpPr>
        <p:spPr>
          <a:xfrm>
            <a:off x="146725" y="4789139"/>
            <a:ext cx="3027300" cy="2292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800"/>
              <a:buFont typeface="Josefin Sans"/>
              <a:buNone/>
              <a:defRPr sz="800" b="1"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title" idx="3" hasCustomPrompt="1"/>
          </p:nvPr>
        </p:nvSpPr>
        <p:spPr>
          <a:xfrm>
            <a:off x="146725" y="4719850"/>
            <a:ext cx="1689000" cy="1605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00"/>
              <a:buFont typeface="Josefin Sans"/>
              <a:buNone/>
              <a:defRPr sz="1900" b="1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D0000"/>
              </a:buClr>
              <a:buSzPts val="4000"/>
              <a:buFont typeface="Josefin Sans"/>
              <a:buNone/>
              <a:defRPr sz="4000" b="1">
                <a:solidFill>
                  <a:srgbClr val="FD0000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D0000"/>
              </a:buClr>
              <a:buSzPts val="4000"/>
              <a:buFont typeface="Josefin Sans"/>
              <a:buNone/>
              <a:defRPr sz="4000" b="1">
                <a:solidFill>
                  <a:srgbClr val="FD0000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D0000"/>
              </a:buClr>
              <a:buSzPts val="4000"/>
              <a:buFont typeface="Josefin Sans"/>
              <a:buNone/>
              <a:defRPr sz="4000" b="1">
                <a:solidFill>
                  <a:srgbClr val="FD0000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D0000"/>
              </a:buClr>
              <a:buSzPts val="4000"/>
              <a:buFont typeface="Josefin Sans"/>
              <a:buNone/>
              <a:defRPr sz="4000" b="1">
                <a:solidFill>
                  <a:srgbClr val="FD0000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D0000"/>
              </a:buClr>
              <a:buSzPts val="4000"/>
              <a:buFont typeface="Josefin Sans"/>
              <a:buNone/>
              <a:defRPr sz="4000" b="1">
                <a:solidFill>
                  <a:srgbClr val="FD0000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D0000"/>
              </a:buClr>
              <a:buSzPts val="4000"/>
              <a:buFont typeface="Josefin Sans"/>
              <a:buNone/>
              <a:defRPr sz="4000" b="1">
                <a:solidFill>
                  <a:srgbClr val="FD0000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D0000"/>
              </a:buClr>
              <a:buSzPts val="4000"/>
              <a:buFont typeface="Josefin Sans"/>
              <a:buNone/>
              <a:defRPr sz="4000" b="1">
                <a:solidFill>
                  <a:srgbClr val="FD0000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D0000"/>
              </a:buClr>
              <a:buSzPts val="4000"/>
              <a:buFont typeface="Josefin Sans"/>
              <a:buNone/>
              <a:defRPr sz="4000" b="1">
                <a:solidFill>
                  <a:srgbClr val="FD0000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t>xx%</a:t>
            </a:r>
          </a:p>
        </p:txBody>
      </p:sp>
      <p:cxnSp>
        <p:nvCxnSpPr>
          <p:cNvPr id="56" name="Google Shape;56;p8"/>
          <p:cNvCxnSpPr/>
          <p:nvPr/>
        </p:nvCxnSpPr>
        <p:spPr>
          <a:xfrm rot="10800000">
            <a:off x="241206" y="4608973"/>
            <a:ext cx="12096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7" name="Google Shape;57;p8"/>
          <p:cNvCxnSpPr/>
          <p:nvPr/>
        </p:nvCxnSpPr>
        <p:spPr>
          <a:xfrm rot="10800000">
            <a:off x="2184088" y="1867800"/>
            <a:ext cx="312900" cy="0"/>
          </a:xfrm>
          <a:prstGeom prst="straightConnector1">
            <a:avLst/>
          </a:prstGeom>
          <a:noFill/>
          <a:ln w="762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8" name="Google Shape;58;p8"/>
          <p:cNvCxnSpPr/>
          <p:nvPr/>
        </p:nvCxnSpPr>
        <p:spPr>
          <a:xfrm>
            <a:off x="6481100" y="4609950"/>
            <a:ext cx="2544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9" name="Google Shape;59;p8"/>
          <p:cNvSpPr txBox="1"/>
          <p:nvPr/>
        </p:nvSpPr>
        <p:spPr>
          <a:xfrm>
            <a:off x="8439900" y="4609950"/>
            <a:ext cx="5853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100" b="1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rPr>
              <a:t>‹#›</a:t>
            </a:fld>
            <a:endParaRPr sz="1100" b="1">
              <a:solidFill>
                <a:schemeClr val="accent1"/>
              </a:solidFill>
              <a:latin typeface="Josefin Sans"/>
              <a:ea typeface="Josefin Sans"/>
              <a:cs typeface="Josefin Sans"/>
              <a:sym typeface="Josefin San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9"/>
          <p:cNvSpPr txBox="1">
            <a:spLocks noGrp="1"/>
          </p:cNvSpPr>
          <p:nvPr>
            <p:ph type="title"/>
          </p:nvPr>
        </p:nvSpPr>
        <p:spPr>
          <a:xfrm>
            <a:off x="692450" y="913800"/>
            <a:ext cx="3796500" cy="4905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Font typeface="Josefin Sans"/>
              <a:buNone/>
              <a:defRPr sz="3600" b="1"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subTitle" idx="1"/>
          </p:nvPr>
        </p:nvSpPr>
        <p:spPr>
          <a:xfrm>
            <a:off x="3644450" y="1652275"/>
            <a:ext cx="3384000" cy="2350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AutoNum type="arabicPeriod"/>
              <a:defRPr sz="16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title" idx="2"/>
          </p:nvPr>
        </p:nvSpPr>
        <p:spPr>
          <a:xfrm>
            <a:off x="146725" y="4789139"/>
            <a:ext cx="3027300" cy="2292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800"/>
              <a:buFont typeface="Josefin Sans"/>
              <a:buNone/>
              <a:defRPr sz="800" b="1"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title" idx="3" hasCustomPrompt="1"/>
          </p:nvPr>
        </p:nvSpPr>
        <p:spPr>
          <a:xfrm>
            <a:off x="146725" y="4719850"/>
            <a:ext cx="1689000" cy="1605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00"/>
              <a:buFont typeface="Josefin Sans"/>
              <a:buNone/>
              <a:defRPr sz="1900" b="1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D0000"/>
              </a:buClr>
              <a:buSzPts val="4000"/>
              <a:buFont typeface="Josefin Sans"/>
              <a:buNone/>
              <a:defRPr sz="4000" b="1">
                <a:solidFill>
                  <a:srgbClr val="FD0000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D0000"/>
              </a:buClr>
              <a:buSzPts val="4000"/>
              <a:buFont typeface="Josefin Sans"/>
              <a:buNone/>
              <a:defRPr sz="4000" b="1">
                <a:solidFill>
                  <a:srgbClr val="FD0000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D0000"/>
              </a:buClr>
              <a:buSzPts val="4000"/>
              <a:buFont typeface="Josefin Sans"/>
              <a:buNone/>
              <a:defRPr sz="4000" b="1">
                <a:solidFill>
                  <a:srgbClr val="FD0000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D0000"/>
              </a:buClr>
              <a:buSzPts val="4000"/>
              <a:buFont typeface="Josefin Sans"/>
              <a:buNone/>
              <a:defRPr sz="4000" b="1">
                <a:solidFill>
                  <a:srgbClr val="FD0000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D0000"/>
              </a:buClr>
              <a:buSzPts val="4000"/>
              <a:buFont typeface="Josefin Sans"/>
              <a:buNone/>
              <a:defRPr sz="4000" b="1">
                <a:solidFill>
                  <a:srgbClr val="FD0000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D0000"/>
              </a:buClr>
              <a:buSzPts val="4000"/>
              <a:buFont typeface="Josefin Sans"/>
              <a:buNone/>
              <a:defRPr sz="4000" b="1">
                <a:solidFill>
                  <a:srgbClr val="FD0000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D0000"/>
              </a:buClr>
              <a:buSzPts val="4000"/>
              <a:buFont typeface="Josefin Sans"/>
              <a:buNone/>
              <a:defRPr sz="4000" b="1">
                <a:solidFill>
                  <a:srgbClr val="FD0000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D0000"/>
              </a:buClr>
              <a:buSzPts val="4000"/>
              <a:buFont typeface="Josefin Sans"/>
              <a:buNone/>
              <a:defRPr sz="4000" b="1">
                <a:solidFill>
                  <a:srgbClr val="FD0000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t>xx%</a:t>
            </a:r>
          </a:p>
        </p:txBody>
      </p:sp>
      <p:cxnSp>
        <p:nvCxnSpPr>
          <p:cNvPr id="65" name="Google Shape;65;p9"/>
          <p:cNvCxnSpPr/>
          <p:nvPr/>
        </p:nvCxnSpPr>
        <p:spPr>
          <a:xfrm rot="10800000">
            <a:off x="241206" y="4608973"/>
            <a:ext cx="12096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6" name="Google Shape;66;p9"/>
          <p:cNvCxnSpPr/>
          <p:nvPr/>
        </p:nvCxnSpPr>
        <p:spPr>
          <a:xfrm>
            <a:off x="6481100" y="4609950"/>
            <a:ext cx="2544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7" name="Google Shape;67;p9"/>
          <p:cNvSpPr txBox="1"/>
          <p:nvPr/>
        </p:nvSpPr>
        <p:spPr>
          <a:xfrm>
            <a:off x="8439900" y="4609950"/>
            <a:ext cx="5853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100" b="1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rPr>
              <a:t>‹#›</a:t>
            </a:fld>
            <a:endParaRPr sz="1100" b="1">
              <a:solidFill>
                <a:schemeClr val="accent1"/>
              </a:solidFill>
              <a:latin typeface="Josefin Sans"/>
              <a:ea typeface="Josefin Sans"/>
              <a:cs typeface="Josefin Sans"/>
              <a:sym typeface="Josefin Sans"/>
            </a:endParaRPr>
          </a:p>
        </p:txBody>
      </p:sp>
      <p:cxnSp>
        <p:nvCxnSpPr>
          <p:cNvPr id="68" name="Google Shape;68;p9"/>
          <p:cNvCxnSpPr/>
          <p:nvPr/>
        </p:nvCxnSpPr>
        <p:spPr>
          <a:xfrm>
            <a:off x="737600" y="701450"/>
            <a:ext cx="2710500" cy="0"/>
          </a:xfrm>
          <a:prstGeom prst="straightConnector1">
            <a:avLst/>
          </a:prstGeom>
          <a:noFill/>
          <a:ln w="762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0"/>
          <p:cNvSpPr txBox="1">
            <a:spLocks noGrp="1"/>
          </p:cNvSpPr>
          <p:nvPr>
            <p:ph type="title"/>
          </p:nvPr>
        </p:nvSpPr>
        <p:spPr>
          <a:xfrm>
            <a:off x="915200" y="752100"/>
            <a:ext cx="2075700" cy="174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Font typeface="Josefin Sans"/>
              <a:buNone/>
              <a:defRPr b="1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cxnSp>
        <p:nvCxnSpPr>
          <p:cNvPr id="71" name="Google Shape;71;p10"/>
          <p:cNvCxnSpPr/>
          <p:nvPr/>
        </p:nvCxnSpPr>
        <p:spPr>
          <a:xfrm>
            <a:off x="6481100" y="4609950"/>
            <a:ext cx="2544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2" name="Google Shape;72;p10"/>
          <p:cNvSpPr txBox="1"/>
          <p:nvPr/>
        </p:nvSpPr>
        <p:spPr>
          <a:xfrm>
            <a:off x="8439900" y="4609950"/>
            <a:ext cx="5853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100" b="1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rPr>
              <a:t>‹#›</a:t>
            </a:fld>
            <a:endParaRPr sz="1100" b="1">
              <a:solidFill>
                <a:schemeClr val="accent1"/>
              </a:solidFill>
              <a:latin typeface="Josefin Sans"/>
              <a:ea typeface="Josefin Sans"/>
              <a:cs typeface="Josefin Sans"/>
              <a:sym typeface="Josefin San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1"/>
          <p:cNvSpPr txBox="1">
            <a:spLocks noGrp="1"/>
          </p:cNvSpPr>
          <p:nvPr>
            <p:ph type="title"/>
          </p:nvPr>
        </p:nvSpPr>
        <p:spPr>
          <a:xfrm>
            <a:off x="146725" y="4789139"/>
            <a:ext cx="3027300" cy="2292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800"/>
              <a:buFont typeface="Josefin Sans"/>
              <a:buNone/>
              <a:defRPr sz="800" b="1"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title" idx="2" hasCustomPrompt="1"/>
          </p:nvPr>
        </p:nvSpPr>
        <p:spPr>
          <a:xfrm>
            <a:off x="146725" y="4719850"/>
            <a:ext cx="1689000" cy="1605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00"/>
              <a:buFont typeface="Josefin Sans"/>
              <a:buNone/>
              <a:defRPr sz="1900" b="1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D0000"/>
              </a:buClr>
              <a:buSzPts val="4000"/>
              <a:buFont typeface="Josefin Sans"/>
              <a:buNone/>
              <a:defRPr sz="4000" b="1">
                <a:solidFill>
                  <a:srgbClr val="FD0000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D0000"/>
              </a:buClr>
              <a:buSzPts val="4000"/>
              <a:buFont typeface="Josefin Sans"/>
              <a:buNone/>
              <a:defRPr sz="4000" b="1">
                <a:solidFill>
                  <a:srgbClr val="FD0000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D0000"/>
              </a:buClr>
              <a:buSzPts val="4000"/>
              <a:buFont typeface="Josefin Sans"/>
              <a:buNone/>
              <a:defRPr sz="4000" b="1">
                <a:solidFill>
                  <a:srgbClr val="FD0000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D0000"/>
              </a:buClr>
              <a:buSzPts val="4000"/>
              <a:buFont typeface="Josefin Sans"/>
              <a:buNone/>
              <a:defRPr sz="4000" b="1">
                <a:solidFill>
                  <a:srgbClr val="FD0000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D0000"/>
              </a:buClr>
              <a:buSzPts val="4000"/>
              <a:buFont typeface="Josefin Sans"/>
              <a:buNone/>
              <a:defRPr sz="4000" b="1">
                <a:solidFill>
                  <a:srgbClr val="FD0000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D0000"/>
              </a:buClr>
              <a:buSzPts val="4000"/>
              <a:buFont typeface="Josefin Sans"/>
              <a:buNone/>
              <a:defRPr sz="4000" b="1">
                <a:solidFill>
                  <a:srgbClr val="FD0000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D0000"/>
              </a:buClr>
              <a:buSzPts val="4000"/>
              <a:buFont typeface="Josefin Sans"/>
              <a:buNone/>
              <a:defRPr sz="4000" b="1">
                <a:solidFill>
                  <a:srgbClr val="FD0000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D0000"/>
              </a:buClr>
              <a:buSzPts val="4000"/>
              <a:buFont typeface="Josefin Sans"/>
              <a:buNone/>
              <a:defRPr sz="4000" b="1">
                <a:solidFill>
                  <a:srgbClr val="FD0000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t>xx%</a:t>
            </a:r>
          </a:p>
        </p:txBody>
      </p:sp>
      <p:cxnSp>
        <p:nvCxnSpPr>
          <p:cNvPr id="76" name="Google Shape;76;p11"/>
          <p:cNvCxnSpPr/>
          <p:nvPr/>
        </p:nvCxnSpPr>
        <p:spPr>
          <a:xfrm rot="10800000">
            <a:off x="241206" y="4608973"/>
            <a:ext cx="12096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7" name="Google Shape;77;p11"/>
          <p:cNvSpPr txBox="1">
            <a:spLocks noGrp="1"/>
          </p:cNvSpPr>
          <p:nvPr>
            <p:ph type="subTitle" idx="1"/>
          </p:nvPr>
        </p:nvSpPr>
        <p:spPr>
          <a:xfrm>
            <a:off x="1835950" y="2628600"/>
            <a:ext cx="4772100" cy="29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Josefin Sans"/>
              <a:buNone/>
              <a:defRPr sz="18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8" name="Google Shape;78;p11"/>
          <p:cNvSpPr txBox="1">
            <a:spLocks noGrp="1"/>
          </p:cNvSpPr>
          <p:nvPr>
            <p:ph type="title" idx="3" hasCustomPrompt="1"/>
          </p:nvPr>
        </p:nvSpPr>
        <p:spPr>
          <a:xfrm>
            <a:off x="1835725" y="1786800"/>
            <a:ext cx="5837100" cy="841800"/>
          </a:xfrm>
          <a:prstGeom prst="rect">
            <a:avLst/>
          </a:prstGeom>
        </p:spPr>
        <p:txBody>
          <a:bodyPr spcFirstLastPara="1" wrap="square" lIns="91425" tIns="0" rIns="91425" bIns="91425" anchor="b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Josefin Sans"/>
              <a:buNone/>
              <a:defRPr sz="71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D0000"/>
              </a:buClr>
              <a:buSzPts val="6000"/>
              <a:buFont typeface="Josefin Sans"/>
              <a:buNone/>
              <a:defRPr sz="6000" b="1">
                <a:solidFill>
                  <a:srgbClr val="FD0000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D0000"/>
              </a:buClr>
              <a:buSzPts val="6000"/>
              <a:buFont typeface="Josefin Sans"/>
              <a:buNone/>
              <a:defRPr sz="6000" b="1">
                <a:solidFill>
                  <a:srgbClr val="FD0000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D0000"/>
              </a:buClr>
              <a:buSzPts val="6000"/>
              <a:buFont typeface="Josefin Sans"/>
              <a:buNone/>
              <a:defRPr sz="6000" b="1">
                <a:solidFill>
                  <a:srgbClr val="FD0000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D0000"/>
              </a:buClr>
              <a:buSzPts val="6000"/>
              <a:buFont typeface="Josefin Sans"/>
              <a:buNone/>
              <a:defRPr sz="6000" b="1">
                <a:solidFill>
                  <a:srgbClr val="FD0000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D0000"/>
              </a:buClr>
              <a:buSzPts val="6000"/>
              <a:buFont typeface="Josefin Sans"/>
              <a:buNone/>
              <a:defRPr sz="6000" b="1">
                <a:solidFill>
                  <a:srgbClr val="FD0000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D0000"/>
              </a:buClr>
              <a:buSzPts val="6000"/>
              <a:buFont typeface="Josefin Sans"/>
              <a:buNone/>
              <a:defRPr sz="6000" b="1">
                <a:solidFill>
                  <a:srgbClr val="FD0000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D0000"/>
              </a:buClr>
              <a:buSzPts val="6000"/>
              <a:buFont typeface="Josefin Sans"/>
              <a:buNone/>
              <a:defRPr sz="6000" b="1">
                <a:solidFill>
                  <a:srgbClr val="FD0000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D0000"/>
              </a:buClr>
              <a:buSzPts val="6000"/>
              <a:buFont typeface="Josefin Sans"/>
              <a:buNone/>
              <a:defRPr sz="6000" b="1">
                <a:solidFill>
                  <a:srgbClr val="FD0000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t>xx%</a:t>
            </a:r>
          </a:p>
        </p:txBody>
      </p:sp>
      <p:cxnSp>
        <p:nvCxnSpPr>
          <p:cNvPr id="79" name="Google Shape;79;p11"/>
          <p:cNvCxnSpPr/>
          <p:nvPr/>
        </p:nvCxnSpPr>
        <p:spPr>
          <a:xfrm>
            <a:off x="6481100" y="4609950"/>
            <a:ext cx="2544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0" name="Google Shape;80;p11"/>
          <p:cNvSpPr txBox="1"/>
          <p:nvPr/>
        </p:nvSpPr>
        <p:spPr>
          <a:xfrm>
            <a:off x="8439900" y="4609950"/>
            <a:ext cx="5853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100" b="1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rPr>
              <a:t>‹#›</a:t>
            </a:fld>
            <a:endParaRPr sz="1100" b="1">
              <a:solidFill>
                <a:schemeClr val="accent1"/>
              </a:solidFill>
              <a:latin typeface="Josefin Sans"/>
              <a:ea typeface="Josefin Sans"/>
              <a:cs typeface="Josefin Sans"/>
              <a:sym typeface="Josefin Sans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1835950" y="1276675"/>
            <a:ext cx="2710500" cy="0"/>
          </a:xfrm>
          <a:prstGeom prst="straightConnector1">
            <a:avLst/>
          </a:prstGeom>
          <a:noFill/>
          <a:ln w="762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2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4" name="Google Shape;84;p13"/>
          <p:cNvCxnSpPr/>
          <p:nvPr/>
        </p:nvCxnSpPr>
        <p:spPr>
          <a:xfrm>
            <a:off x="-14031" y="1217264"/>
            <a:ext cx="3594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5" name="Google Shape;85;p13"/>
          <p:cNvSpPr txBox="1">
            <a:spLocks noGrp="1"/>
          </p:cNvSpPr>
          <p:nvPr>
            <p:ph type="title"/>
          </p:nvPr>
        </p:nvSpPr>
        <p:spPr>
          <a:xfrm>
            <a:off x="1697700" y="1738964"/>
            <a:ext cx="29631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Josefin Sans"/>
              <a:buNone/>
              <a:defRPr sz="1800" b="1"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Font typeface="Josefin Sans"/>
              <a:buNone/>
              <a:defRPr sz="2400" b="1"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Font typeface="Josefin Sans"/>
              <a:buNone/>
              <a:defRPr sz="2400" b="1"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Font typeface="Josefin Sans"/>
              <a:buNone/>
              <a:defRPr sz="2400" b="1"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Font typeface="Josefin Sans"/>
              <a:buNone/>
              <a:defRPr sz="2400" b="1"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Font typeface="Josefin Sans"/>
              <a:buNone/>
              <a:defRPr sz="2400" b="1"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Font typeface="Josefin Sans"/>
              <a:buNone/>
              <a:defRPr sz="2400" b="1"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Font typeface="Josefin Sans"/>
              <a:buNone/>
              <a:defRPr sz="2400" b="1"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Font typeface="Josefin Sans"/>
              <a:buNone/>
              <a:defRPr sz="2400" b="1"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endParaRPr/>
          </a:p>
        </p:txBody>
      </p:sp>
      <p:sp>
        <p:nvSpPr>
          <p:cNvPr id="86" name="Google Shape;86;p13">
            <a:hlinkClick r:id="rId2" action="ppaction://hlinksldjump"/>
          </p:cNvPr>
          <p:cNvSpPr txBox="1">
            <a:spLocks noGrp="1"/>
          </p:cNvSpPr>
          <p:nvPr>
            <p:ph type="title" idx="2" hasCustomPrompt="1"/>
          </p:nvPr>
        </p:nvSpPr>
        <p:spPr>
          <a:xfrm>
            <a:off x="1121625" y="1673264"/>
            <a:ext cx="576000" cy="59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Josefin Sans"/>
              <a:buNone/>
              <a:defRPr sz="3000" b="1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Josefin Sans"/>
              <a:buNone/>
              <a:defRPr sz="3000" b="1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Josefin Sans"/>
              <a:buNone/>
              <a:defRPr sz="3000" b="1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Josefin Sans"/>
              <a:buNone/>
              <a:defRPr sz="3000" b="1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Josefin Sans"/>
              <a:buNone/>
              <a:defRPr sz="3000" b="1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Josefin Sans"/>
              <a:buNone/>
              <a:defRPr sz="3000" b="1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Josefin Sans"/>
              <a:buNone/>
              <a:defRPr sz="3000" b="1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Josefin Sans"/>
              <a:buNone/>
              <a:defRPr sz="3000" b="1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Josefin Sans"/>
              <a:buNone/>
              <a:defRPr sz="3000" b="1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t>xx%</a:t>
            </a:r>
          </a:p>
        </p:txBody>
      </p:sp>
      <p:sp>
        <p:nvSpPr>
          <p:cNvPr id="87" name="Google Shape;87;p13"/>
          <p:cNvSpPr txBox="1">
            <a:spLocks noGrp="1"/>
          </p:cNvSpPr>
          <p:nvPr>
            <p:ph type="subTitle" idx="1"/>
          </p:nvPr>
        </p:nvSpPr>
        <p:spPr>
          <a:xfrm>
            <a:off x="1697700" y="2264648"/>
            <a:ext cx="2712300" cy="6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efin Sans"/>
              <a:buNone/>
              <a:defRPr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efin Sans"/>
              <a:buNone/>
              <a:defRPr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efin Sans"/>
              <a:buNone/>
              <a:defRPr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efin Sans"/>
              <a:buNone/>
              <a:defRPr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efin Sans"/>
              <a:buNone/>
              <a:defRPr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efin Sans"/>
              <a:buNone/>
              <a:defRPr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efin Sans"/>
              <a:buNone/>
              <a:defRPr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efin Sans"/>
              <a:buNone/>
              <a:defRPr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efin Sans"/>
              <a:buNone/>
              <a:defRPr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endParaRPr/>
          </a:p>
        </p:txBody>
      </p:sp>
      <p:sp>
        <p:nvSpPr>
          <p:cNvPr id="88" name="Google Shape;88;p13"/>
          <p:cNvSpPr txBox="1">
            <a:spLocks noGrp="1"/>
          </p:cNvSpPr>
          <p:nvPr>
            <p:ph type="title" idx="3"/>
          </p:nvPr>
        </p:nvSpPr>
        <p:spPr>
          <a:xfrm>
            <a:off x="1697700" y="3185564"/>
            <a:ext cx="29631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Josefin Sans"/>
              <a:buNone/>
              <a:defRPr sz="1800" b="1"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Font typeface="Josefin Sans"/>
              <a:buNone/>
              <a:defRPr sz="2400" b="1"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Font typeface="Josefin Sans"/>
              <a:buNone/>
              <a:defRPr sz="2400" b="1"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Font typeface="Josefin Sans"/>
              <a:buNone/>
              <a:defRPr sz="2400" b="1"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Font typeface="Josefin Sans"/>
              <a:buNone/>
              <a:defRPr sz="2400" b="1"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Font typeface="Josefin Sans"/>
              <a:buNone/>
              <a:defRPr sz="2400" b="1"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Font typeface="Josefin Sans"/>
              <a:buNone/>
              <a:defRPr sz="2400" b="1"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Font typeface="Josefin Sans"/>
              <a:buNone/>
              <a:defRPr sz="2400" b="1"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Font typeface="Josefin Sans"/>
              <a:buNone/>
              <a:defRPr sz="2400" b="1"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endParaRPr/>
          </a:p>
        </p:txBody>
      </p:sp>
      <p:sp>
        <p:nvSpPr>
          <p:cNvPr id="89" name="Google Shape;89;p13"/>
          <p:cNvSpPr txBox="1">
            <a:spLocks noGrp="1"/>
          </p:cNvSpPr>
          <p:nvPr>
            <p:ph type="title" idx="4" hasCustomPrompt="1"/>
          </p:nvPr>
        </p:nvSpPr>
        <p:spPr>
          <a:xfrm>
            <a:off x="1121600" y="3119864"/>
            <a:ext cx="576000" cy="59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Josefin Sans"/>
              <a:buNone/>
              <a:defRPr sz="3000" b="1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Josefin Sans"/>
              <a:buNone/>
              <a:defRPr sz="3000" b="1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Josefin Sans"/>
              <a:buNone/>
              <a:defRPr sz="3000" b="1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Josefin Sans"/>
              <a:buNone/>
              <a:defRPr sz="3000" b="1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Josefin Sans"/>
              <a:buNone/>
              <a:defRPr sz="3000" b="1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Josefin Sans"/>
              <a:buNone/>
              <a:defRPr sz="3000" b="1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Josefin Sans"/>
              <a:buNone/>
              <a:defRPr sz="3000" b="1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Josefin Sans"/>
              <a:buNone/>
              <a:defRPr sz="3000" b="1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Josefin Sans"/>
              <a:buNone/>
              <a:defRPr sz="3000" b="1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t>xx%</a:t>
            </a:r>
          </a:p>
        </p:txBody>
      </p:sp>
      <p:sp>
        <p:nvSpPr>
          <p:cNvPr id="90" name="Google Shape;90;p13"/>
          <p:cNvSpPr txBox="1">
            <a:spLocks noGrp="1"/>
          </p:cNvSpPr>
          <p:nvPr>
            <p:ph type="subTitle" idx="5"/>
          </p:nvPr>
        </p:nvSpPr>
        <p:spPr>
          <a:xfrm>
            <a:off x="1697700" y="3711255"/>
            <a:ext cx="2712300" cy="64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efin Sans"/>
              <a:buNone/>
              <a:defRPr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efin Sans"/>
              <a:buNone/>
              <a:defRPr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efin Sans"/>
              <a:buNone/>
              <a:defRPr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efin Sans"/>
              <a:buNone/>
              <a:defRPr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efin Sans"/>
              <a:buNone/>
              <a:defRPr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efin Sans"/>
              <a:buNone/>
              <a:defRPr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efin Sans"/>
              <a:buNone/>
              <a:defRPr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efin Sans"/>
              <a:buNone/>
              <a:defRPr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efin Sans"/>
              <a:buNone/>
              <a:defRPr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endParaRPr/>
          </a:p>
        </p:txBody>
      </p:sp>
      <p:sp>
        <p:nvSpPr>
          <p:cNvPr id="91" name="Google Shape;91;p13"/>
          <p:cNvSpPr txBox="1">
            <a:spLocks noGrp="1"/>
          </p:cNvSpPr>
          <p:nvPr>
            <p:ph type="title" idx="6"/>
          </p:nvPr>
        </p:nvSpPr>
        <p:spPr>
          <a:xfrm>
            <a:off x="5662500" y="1738964"/>
            <a:ext cx="29631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Josefin Sans"/>
              <a:buNone/>
              <a:defRPr sz="1800" b="1"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Font typeface="Josefin Sans"/>
              <a:buNone/>
              <a:defRPr sz="2400" b="1"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Font typeface="Josefin Sans"/>
              <a:buNone/>
              <a:defRPr sz="2400" b="1"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Font typeface="Josefin Sans"/>
              <a:buNone/>
              <a:defRPr sz="2400" b="1"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Font typeface="Josefin Sans"/>
              <a:buNone/>
              <a:defRPr sz="2400" b="1"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Font typeface="Josefin Sans"/>
              <a:buNone/>
              <a:defRPr sz="2400" b="1"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Font typeface="Josefin Sans"/>
              <a:buNone/>
              <a:defRPr sz="2400" b="1"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Font typeface="Josefin Sans"/>
              <a:buNone/>
              <a:defRPr sz="2400" b="1"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Font typeface="Josefin Sans"/>
              <a:buNone/>
              <a:defRPr sz="2400" b="1"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endParaRPr/>
          </a:p>
        </p:txBody>
      </p:sp>
      <p:sp>
        <p:nvSpPr>
          <p:cNvPr id="92" name="Google Shape;92;p13"/>
          <p:cNvSpPr txBox="1">
            <a:spLocks noGrp="1"/>
          </p:cNvSpPr>
          <p:nvPr>
            <p:ph type="title" idx="7" hasCustomPrompt="1"/>
          </p:nvPr>
        </p:nvSpPr>
        <p:spPr>
          <a:xfrm>
            <a:off x="5086400" y="1673264"/>
            <a:ext cx="576000" cy="59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Josefin Sans"/>
              <a:buNone/>
              <a:defRPr sz="3000" b="1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Josefin Sans"/>
              <a:buNone/>
              <a:defRPr sz="3000" b="1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Josefin Sans"/>
              <a:buNone/>
              <a:defRPr sz="3000" b="1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Josefin Sans"/>
              <a:buNone/>
              <a:defRPr sz="3000" b="1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Josefin Sans"/>
              <a:buNone/>
              <a:defRPr sz="3000" b="1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Josefin Sans"/>
              <a:buNone/>
              <a:defRPr sz="3000" b="1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Josefin Sans"/>
              <a:buNone/>
              <a:defRPr sz="3000" b="1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Josefin Sans"/>
              <a:buNone/>
              <a:defRPr sz="3000" b="1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Josefin Sans"/>
              <a:buNone/>
              <a:defRPr sz="3000" b="1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t>xx%</a:t>
            </a:r>
          </a:p>
        </p:txBody>
      </p:sp>
      <p:sp>
        <p:nvSpPr>
          <p:cNvPr id="93" name="Google Shape;93;p13"/>
          <p:cNvSpPr txBox="1">
            <a:spLocks noGrp="1"/>
          </p:cNvSpPr>
          <p:nvPr>
            <p:ph type="subTitle" idx="8"/>
          </p:nvPr>
        </p:nvSpPr>
        <p:spPr>
          <a:xfrm>
            <a:off x="5662500" y="2264648"/>
            <a:ext cx="2712300" cy="6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efin Sans"/>
              <a:buNone/>
              <a:defRPr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efin Sans"/>
              <a:buNone/>
              <a:defRPr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efin Sans"/>
              <a:buNone/>
              <a:defRPr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efin Sans"/>
              <a:buNone/>
              <a:defRPr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efin Sans"/>
              <a:buNone/>
              <a:defRPr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efin Sans"/>
              <a:buNone/>
              <a:defRPr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efin Sans"/>
              <a:buNone/>
              <a:defRPr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efin Sans"/>
              <a:buNone/>
              <a:defRPr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efin Sans"/>
              <a:buNone/>
              <a:defRPr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endParaRPr/>
          </a:p>
        </p:txBody>
      </p:sp>
      <p:sp>
        <p:nvSpPr>
          <p:cNvPr id="94" name="Google Shape;94;p13"/>
          <p:cNvSpPr txBox="1">
            <a:spLocks noGrp="1"/>
          </p:cNvSpPr>
          <p:nvPr>
            <p:ph type="title" idx="9"/>
          </p:nvPr>
        </p:nvSpPr>
        <p:spPr>
          <a:xfrm>
            <a:off x="5662500" y="3185564"/>
            <a:ext cx="29631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Josefin Sans"/>
              <a:buNone/>
              <a:defRPr sz="1800" b="1"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Font typeface="Josefin Sans"/>
              <a:buNone/>
              <a:defRPr sz="2400" b="1"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Font typeface="Josefin Sans"/>
              <a:buNone/>
              <a:defRPr sz="2400" b="1"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Font typeface="Josefin Sans"/>
              <a:buNone/>
              <a:defRPr sz="2400" b="1"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Font typeface="Josefin Sans"/>
              <a:buNone/>
              <a:defRPr sz="2400" b="1"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Font typeface="Josefin Sans"/>
              <a:buNone/>
              <a:defRPr sz="2400" b="1"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Font typeface="Josefin Sans"/>
              <a:buNone/>
              <a:defRPr sz="2400" b="1"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Font typeface="Josefin Sans"/>
              <a:buNone/>
              <a:defRPr sz="2400" b="1"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Font typeface="Josefin Sans"/>
              <a:buNone/>
              <a:defRPr sz="2400" b="1"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endParaRPr/>
          </a:p>
        </p:txBody>
      </p:sp>
      <p:sp>
        <p:nvSpPr>
          <p:cNvPr id="95" name="Google Shape;95;p13"/>
          <p:cNvSpPr txBox="1">
            <a:spLocks noGrp="1"/>
          </p:cNvSpPr>
          <p:nvPr>
            <p:ph type="title" idx="13" hasCustomPrompt="1"/>
          </p:nvPr>
        </p:nvSpPr>
        <p:spPr>
          <a:xfrm>
            <a:off x="5087456" y="3119864"/>
            <a:ext cx="576000" cy="59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Josefin Sans"/>
              <a:buNone/>
              <a:defRPr sz="3000" b="1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Josefin Sans"/>
              <a:buNone/>
              <a:defRPr sz="3000" b="1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Josefin Sans"/>
              <a:buNone/>
              <a:defRPr sz="3000" b="1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Josefin Sans"/>
              <a:buNone/>
              <a:defRPr sz="3000" b="1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Josefin Sans"/>
              <a:buNone/>
              <a:defRPr sz="3000" b="1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Josefin Sans"/>
              <a:buNone/>
              <a:defRPr sz="3000" b="1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Josefin Sans"/>
              <a:buNone/>
              <a:defRPr sz="3000" b="1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Josefin Sans"/>
              <a:buNone/>
              <a:defRPr sz="3000" b="1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Josefin Sans"/>
              <a:buNone/>
              <a:defRPr sz="3000" b="1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t>xx%</a:t>
            </a:r>
          </a:p>
        </p:txBody>
      </p:sp>
      <p:sp>
        <p:nvSpPr>
          <p:cNvPr id="96" name="Google Shape;96;p13"/>
          <p:cNvSpPr txBox="1">
            <a:spLocks noGrp="1"/>
          </p:cNvSpPr>
          <p:nvPr>
            <p:ph type="subTitle" idx="14"/>
          </p:nvPr>
        </p:nvSpPr>
        <p:spPr>
          <a:xfrm>
            <a:off x="5662500" y="3711255"/>
            <a:ext cx="2712300" cy="64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efin Sans"/>
              <a:buNone/>
              <a:defRPr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efin Sans"/>
              <a:buNone/>
              <a:defRPr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efin Sans"/>
              <a:buNone/>
              <a:defRPr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efin Sans"/>
              <a:buNone/>
              <a:defRPr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efin Sans"/>
              <a:buNone/>
              <a:defRPr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efin Sans"/>
              <a:buNone/>
              <a:defRPr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efin Sans"/>
              <a:buNone/>
              <a:defRPr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efin Sans"/>
              <a:buNone/>
              <a:defRPr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efin Sans"/>
              <a:buNone/>
              <a:defRPr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endParaRPr/>
          </a:p>
        </p:txBody>
      </p:sp>
      <p:sp>
        <p:nvSpPr>
          <p:cNvPr id="97" name="Google Shape;97;p13"/>
          <p:cNvSpPr txBox="1">
            <a:spLocks noGrp="1"/>
          </p:cNvSpPr>
          <p:nvPr>
            <p:ph type="title" idx="15"/>
          </p:nvPr>
        </p:nvSpPr>
        <p:spPr>
          <a:xfrm>
            <a:off x="1470900" y="476534"/>
            <a:ext cx="6202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Font typeface="Josefin Sans"/>
              <a:buNone/>
              <a:defRPr b="1"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cxnSp>
        <p:nvCxnSpPr>
          <p:cNvPr id="98" name="Google Shape;98;p13"/>
          <p:cNvCxnSpPr/>
          <p:nvPr/>
        </p:nvCxnSpPr>
        <p:spPr>
          <a:xfrm>
            <a:off x="6481100" y="4609950"/>
            <a:ext cx="2544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9" name="Google Shape;99;p13"/>
          <p:cNvSpPr txBox="1"/>
          <p:nvPr/>
        </p:nvSpPr>
        <p:spPr>
          <a:xfrm>
            <a:off x="8439900" y="4609950"/>
            <a:ext cx="5853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100" b="1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rPr>
              <a:t>‹#›</a:t>
            </a:fld>
            <a:endParaRPr sz="1100" b="1">
              <a:solidFill>
                <a:schemeClr val="accent1"/>
              </a:solidFill>
              <a:latin typeface="Josefin Sans"/>
              <a:ea typeface="Josefin Sans"/>
              <a:cs typeface="Josefin Sans"/>
              <a:sym typeface="Josefin Sans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CUSTOM_7"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7"/>
          <p:cNvSpPr txBox="1">
            <a:spLocks noGrp="1"/>
          </p:cNvSpPr>
          <p:nvPr>
            <p:ph type="subTitle" idx="1"/>
          </p:nvPr>
        </p:nvSpPr>
        <p:spPr>
          <a:xfrm>
            <a:off x="5458825" y="1457300"/>
            <a:ext cx="2927100" cy="31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>
            <a:lvl1pPr marR="5080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13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23" name="Google Shape;123;p17"/>
          <p:cNvSpPr txBox="1">
            <a:spLocks noGrp="1"/>
          </p:cNvSpPr>
          <p:nvPr>
            <p:ph type="subTitle" idx="2"/>
          </p:nvPr>
        </p:nvSpPr>
        <p:spPr>
          <a:xfrm>
            <a:off x="1018525" y="1457300"/>
            <a:ext cx="4221300" cy="31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13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24" name="Google Shape;124;p17"/>
          <p:cNvSpPr txBox="1">
            <a:spLocks noGrp="1"/>
          </p:cNvSpPr>
          <p:nvPr>
            <p:ph type="title"/>
          </p:nvPr>
        </p:nvSpPr>
        <p:spPr>
          <a:xfrm>
            <a:off x="713225" y="476525"/>
            <a:ext cx="6960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Font typeface="Josefin Sans"/>
              <a:buNone/>
              <a:defRPr b="1"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cxnSp>
        <p:nvCxnSpPr>
          <p:cNvPr id="125" name="Google Shape;125;p17"/>
          <p:cNvCxnSpPr/>
          <p:nvPr/>
        </p:nvCxnSpPr>
        <p:spPr>
          <a:xfrm>
            <a:off x="6481100" y="4609950"/>
            <a:ext cx="2544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6" name="Google Shape;126;p17"/>
          <p:cNvSpPr txBox="1"/>
          <p:nvPr/>
        </p:nvSpPr>
        <p:spPr>
          <a:xfrm>
            <a:off x="8439900" y="4609950"/>
            <a:ext cx="5853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100" b="1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rPr>
              <a:t>‹#›</a:t>
            </a:fld>
            <a:endParaRPr sz="1100" b="1">
              <a:solidFill>
                <a:schemeClr val="accent1"/>
              </a:solidFill>
              <a:latin typeface="Josefin Sans"/>
              <a:ea typeface="Josefin Sans"/>
              <a:cs typeface="Josefin Sans"/>
              <a:sym typeface="Josefin Sans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1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8"/>
          <p:cNvSpPr txBox="1">
            <a:spLocks noGrp="1"/>
          </p:cNvSpPr>
          <p:nvPr>
            <p:ph type="title" hasCustomPrompt="1"/>
          </p:nvPr>
        </p:nvSpPr>
        <p:spPr>
          <a:xfrm>
            <a:off x="1944275" y="1378950"/>
            <a:ext cx="2286000" cy="5727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Josefin Sans"/>
              <a:buNone/>
              <a:defRPr sz="3600" b="1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Josefin Sans"/>
              <a:buNone/>
              <a:defRPr sz="3000" b="1"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Josefin Sans"/>
              <a:buNone/>
              <a:defRPr sz="3000" b="1"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Josefin Sans"/>
              <a:buNone/>
              <a:defRPr sz="3000" b="1"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Josefin Sans"/>
              <a:buNone/>
              <a:defRPr sz="3000" b="1"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Josefin Sans"/>
              <a:buNone/>
              <a:defRPr sz="3000" b="1"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Josefin Sans"/>
              <a:buNone/>
              <a:defRPr sz="3000" b="1"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Josefin Sans"/>
              <a:buNone/>
              <a:defRPr sz="3000" b="1"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Josefin Sans"/>
              <a:buNone/>
              <a:defRPr sz="3000" b="1"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t>xx%</a:t>
            </a:r>
          </a:p>
        </p:txBody>
      </p:sp>
      <p:sp>
        <p:nvSpPr>
          <p:cNvPr id="129" name="Google Shape;129;p18"/>
          <p:cNvSpPr txBox="1">
            <a:spLocks noGrp="1"/>
          </p:cNvSpPr>
          <p:nvPr>
            <p:ph type="subTitle" idx="1"/>
          </p:nvPr>
        </p:nvSpPr>
        <p:spPr>
          <a:xfrm>
            <a:off x="1944275" y="2060846"/>
            <a:ext cx="2286000" cy="49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20115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efin Sans Light"/>
              <a:buNone/>
              <a:defRPr sz="14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p18"/>
          <p:cNvSpPr txBox="1">
            <a:spLocks noGrp="1"/>
          </p:cNvSpPr>
          <p:nvPr>
            <p:ph type="title" idx="2" hasCustomPrompt="1"/>
          </p:nvPr>
        </p:nvSpPr>
        <p:spPr>
          <a:xfrm>
            <a:off x="4913750" y="1378950"/>
            <a:ext cx="2283600" cy="5727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Josefin Sans"/>
              <a:buNone/>
              <a:defRPr sz="3600" b="1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Josefin Sans"/>
              <a:buNone/>
              <a:defRPr sz="3000" b="1"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Josefin Sans"/>
              <a:buNone/>
              <a:defRPr sz="3000" b="1"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Josefin Sans"/>
              <a:buNone/>
              <a:defRPr sz="3000" b="1"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Josefin Sans"/>
              <a:buNone/>
              <a:defRPr sz="3000" b="1"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Josefin Sans"/>
              <a:buNone/>
              <a:defRPr sz="3000" b="1"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Josefin Sans"/>
              <a:buNone/>
              <a:defRPr sz="3000" b="1"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Josefin Sans"/>
              <a:buNone/>
              <a:defRPr sz="3000" b="1"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Josefin Sans"/>
              <a:buNone/>
              <a:defRPr sz="3000" b="1"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t>xx%</a:t>
            </a:r>
          </a:p>
        </p:txBody>
      </p:sp>
      <p:sp>
        <p:nvSpPr>
          <p:cNvPr id="131" name="Google Shape;131;p18"/>
          <p:cNvSpPr txBox="1">
            <a:spLocks noGrp="1"/>
          </p:cNvSpPr>
          <p:nvPr>
            <p:ph type="subTitle" idx="3"/>
          </p:nvPr>
        </p:nvSpPr>
        <p:spPr>
          <a:xfrm>
            <a:off x="4913731" y="2060846"/>
            <a:ext cx="2286000" cy="49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20115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efin Sans Light"/>
              <a:buNone/>
              <a:defRPr sz="14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18"/>
          <p:cNvSpPr txBox="1">
            <a:spLocks noGrp="1"/>
          </p:cNvSpPr>
          <p:nvPr>
            <p:ph type="title" idx="4" hasCustomPrompt="1"/>
          </p:nvPr>
        </p:nvSpPr>
        <p:spPr>
          <a:xfrm>
            <a:off x="1944277" y="3017250"/>
            <a:ext cx="2283600" cy="5760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Josefin Sans"/>
              <a:buNone/>
              <a:defRPr sz="3600" b="1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Josefin Sans"/>
              <a:buNone/>
              <a:defRPr sz="3000" b="1"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Josefin Sans"/>
              <a:buNone/>
              <a:defRPr sz="3000" b="1"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Josefin Sans"/>
              <a:buNone/>
              <a:defRPr sz="3000" b="1"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Josefin Sans"/>
              <a:buNone/>
              <a:defRPr sz="3000" b="1"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Josefin Sans"/>
              <a:buNone/>
              <a:defRPr sz="3000" b="1"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Josefin Sans"/>
              <a:buNone/>
              <a:defRPr sz="3000" b="1"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Josefin Sans"/>
              <a:buNone/>
              <a:defRPr sz="3000" b="1"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Josefin Sans"/>
              <a:buNone/>
              <a:defRPr sz="3000" b="1"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t>xx%</a:t>
            </a:r>
          </a:p>
        </p:txBody>
      </p:sp>
      <p:sp>
        <p:nvSpPr>
          <p:cNvPr id="133" name="Google Shape;133;p18"/>
          <p:cNvSpPr txBox="1">
            <a:spLocks noGrp="1"/>
          </p:cNvSpPr>
          <p:nvPr>
            <p:ph type="subTitle" idx="5"/>
          </p:nvPr>
        </p:nvSpPr>
        <p:spPr>
          <a:xfrm>
            <a:off x="1944263" y="3699140"/>
            <a:ext cx="2286000" cy="4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20115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efin Sans Light"/>
              <a:buNone/>
              <a:defRPr sz="14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4" name="Google Shape;134;p18"/>
          <p:cNvSpPr txBox="1">
            <a:spLocks noGrp="1"/>
          </p:cNvSpPr>
          <p:nvPr>
            <p:ph type="title" idx="6" hasCustomPrompt="1"/>
          </p:nvPr>
        </p:nvSpPr>
        <p:spPr>
          <a:xfrm>
            <a:off x="4913752" y="3017250"/>
            <a:ext cx="2283600" cy="5760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Josefin Sans"/>
              <a:buNone/>
              <a:defRPr sz="3600" b="1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Josefin Sans"/>
              <a:buNone/>
              <a:defRPr sz="3000" b="1"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Josefin Sans"/>
              <a:buNone/>
              <a:defRPr sz="3000" b="1"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Josefin Sans"/>
              <a:buNone/>
              <a:defRPr sz="3000" b="1"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Josefin Sans"/>
              <a:buNone/>
              <a:defRPr sz="3000" b="1"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Josefin Sans"/>
              <a:buNone/>
              <a:defRPr sz="3000" b="1"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Josefin Sans"/>
              <a:buNone/>
              <a:defRPr sz="3000" b="1"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Josefin Sans"/>
              <a:buNone/>
              <a:defRPr sz="3000" b="1"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Josefin Sans"/>
              <a:buNone/>
              <a:defRPr sz="3000" b="1"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t>xx%</a:t>
            </a:r>
          </a:p>
        </p:txBody>
      </p:sp>
      <p:sp>
        <p:nvSpPr>
          <p:cNvPr id="135" name="Google Shape;135;p18"/>
          <p:cNvSpPr txBox="1">
            <a:spLocks noGrp="1"/>
          </p:cNvSpPr>
          <p:nvPr>
            <p:ph type="subTitle" idx="7"/>
          </p:nvPr>
        </p:nvSpPr>
        <p:spPr>
          <a:xfrm>
            <a:off x="4913727" y="3699140"/>
            <a:ext cx="2286000" cy="4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20115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efin Sans Light"/>
              <a:buNone/>
              <a:defRPr sz="14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18"/>
          <p:cNvSpPr txBox="1">
            <a:spLocks noGrp="1"/>
          </p:cNvSpPr>
          <p:nvPr>
            <p:ph type="title" idx="8"/>
          </p:nvPr>
        </p:nvSpPr>
        <p:spPr>
          <a:xfrm>
            <a:off x="146725" y="4789139"/>
            <a:ext cx="3027300" cy="2292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800"/>
              <a:buFont typeface="Josefin Sans"/>
              <a:buNone/>
              <a:defRPr sz="800" b="1"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37" name="Google Shape;137;p18"/>
          <p:cNvSpPr txBox="1">
            <a:spLocks noGrp="1"/>
          </p:cNvSpPr>
          <p:nvPr>
            <p:ph type="title" idx="9" hasCustomPrompt="1"/>
          </p:nvPr>
        </p:nvSpPr>
        <p:spPr>
          <a:xfrm>
            <a:off x="146725" y="4719850"/>
            <a:ext cx="1689000" cy="1605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00"/>
              <a:buFont typeface="Josefin Sans"/>
              <a:buNone/>
              <a:defRPr sz="1900" b="1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D0000"/>
              </a:buClr>
              <a:buSzPts val="4000"/>
              <a:buFont typeface="Josefin Sans"/>
              <a:buNone/>
              <a:defRPr sz="4000" b="1">
                <a:solidFill>
                  <a:srgbClr val="FD0000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D0000"/>
              </a:buClr>
              <a:buSzPts val="4000"/>
              <a:buFont typeface="Josefin Sans"/>
              <a:buNone/>
              <a:defRPr sz="4000" b="1">
                <a:solidFill>
                  <a:srgbClr val="FD0000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D0000"/>
              </a:buClr>
              <a:buSzPts val="4000"/>
              <a:buFont typeface="Josefin Sans"/>
              <a:buNone/>
              <a:defRPr sz="4000" b="1">
                <a:solidFill>
                  <a:srgbClr val="FD0000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D0000"/>
              </a:buClr>
              <a:buSzPts val="4000"/>
              <a:buFont typeface="Josefin Sans"/>
              <a:buNone/>
              <a:defRPr sz="4000" b="1">
                <a:solidFill>
                  <a:srgbClr val="FD0000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D0000"/>
              </a:buClr>
              <a:buSzPts val="4000"/>
              <a:buFont typeface="Josefin Sans"/>
              <a:buNone/>
              <a:defRPr sz="4000" b="1">
                <a:solidFill>
                  <a:srgbClr val="FD0000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D0000"/>
              </a:buClr>
              <a:buSzPts val="4000"/>
              <a:buFont typeface="Josefin Sans"/>
              <a:buNone/>
              <a:defRPr sz="4000" b="1">
                <a:solidFill>
                  <a:srgbClr val="FD0000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D0000"/>
              </a:buClr>
              <a:buSzPts val="4000"/>
              <a:buFont typeface="Josefin Sans"/>
              <a:buNone/>
              <a:defRPr sz="4000" b="1">
                <a:solidFill>
                  <a:srgbClr val="FD0000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D0000"/>
              </a:buClr>
              <a:buSzPts val="4000"/>
              <a:buFont typeface="Josefin Sans"/>
              <a:buNone/>
              <a:defRPr sz="4000" b="1">
                <a:solidFill>
                  <a:srgbClr val="FD0000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t>xx%</a:t>
            </a:r>
          </a:p>
        </p:txBody>
      </p:sp>
      <p:cxnSp>
        <p:nvCxnSpPr>
          <p:cNvPr id="138" name="Google Shape;138;p18"/>
          <p:cNvCxnSpPr/>
          <p:nvPr/>
        </p:nvCxnSpPr>
        <p:spPr>
          <a:xfrm rot="10800000">
            <a:off x="241206" y="4608973"/>
            <a:ext cx="12096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9" name="Google Shape;139;p18"/>
          <p:cNvCxnSpPr/>
          <p:nvPr/>
        </p:nvCxnSpPr>
        <p:spPr>
          <a:xfrm>
            <a:off x="6481100" y="4609950"/>
            <a:ext cx="2544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0" name="Google Shape;140;p18"/>
          <p:cNvSpPr txBox="1"/>
          <p:nvPr/>
        </p:nvSpPr>
        <p:spPr>
          <a:xfrm>
            <a:off x="8439900" y="4609950"/>
            <a:ext cx="5853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100" b="1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rPr>
              <a:t>‹#›</a:t>
            </a:fld>
            <a:endParaRPr sz="1100" b="1">
              <a:solidFill>
                <a:schemeClr val="accent1"/>
              </a:solidFill>
              <a:latin typeface="Josefin Sans"/>
              <a:ea typeface="Josefin Sans"/>
              <a:cs typeface="Josefin Sans"/>
              <a:sym typeface="Josefin Sans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">
  <p:cSld name="CUSTOM_2"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9"/>
          <p:cNvSpPr txBox="1">
            <a:spLocks noGrp="1"/>
          </p:cNvSpPr>
          <p:nvPr>
            <p:ph type="subTitle" idx="1"/>
          </p:nvPr>
        </p:nvSpPr>
        <p:spPr>
          <a:xfrm>
            <a:off x="973570" y="3307149"/>
            <a:ext cx="2263500" cy="80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efin Sans Light"/>
              <a:buNone/>
              <a:defRPr sz="14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43" name="Google Shape;143;p19"/>
          <p:cNvSpPr txBox="1">
            <a:spLocks noGrp="1"/>
          </p:cNvSpPr>
          <p:nvPr>
            <p:ph type="subTitle" idx="2"/>
          </p:nvPr>
        </p:nvSpPr>
        <p:spPr>
          <a:xfrm>
            <a:off x="3440245" y="3307149"/>
            <a:ext cx="2263500" cy="80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efin Sans Light"/>
              <a:buNone/>
              <a:defRPr sz="14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44" name="Google Shape;144;p19"/>
          <p:cNvSpPr txBox="1">
            <a:spLocks noGrp="1"/>
          </p:cNvSpPr>
          <p:nvPr>
            <p:ph type="subTitle" idx="3"/>
          </p:nvPr>
        </p:nvSpPr>
        <p:spPr>
          <a:xfrm>
            <a:off x="5906920" y="3307149"/>
            <a:ext cx="2263500" cy="80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efin Sans Light"/>
              <a:buNone/>
              <a:defRPr sz="14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45" name="Google Shape;145;p19"/>
          <p:cNvSpPr txBox="1">
            <a:spLocks noGrp="1"/>
          </p:cNvSpPr>
          <p:nvPr>
            <p:ph type="subTitle" idx="4"/>
          </p:nvPr>
        </p:nvSpPr>
        <p:spPr>
          <a:xfrm>
            <a:off x="973570" y="1543141"/>
            <a:ext cx="22635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Josefin Sans SemiBold"/>
              <a:buNone/>
              <a:defRPr sz="1800">
                <a:solidFill>
                  <a:schemeClr val="accent1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Josefin Sans SemiBold"/>
              <a:buNone/>
              <a:defRPr sz="1500">
                <a:solidFill>
                  <a:schemeClr val="accent1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Josefin Sans SemiBold"/>
              <a:buNone/>
              <a:defRPr sz="1500">
                <a:solidFill>
                  <a:schemeClr val="accent1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Josefin Sans SemiBold"/>
              <a:buNone/>
              <a:defRPr sz="1500">
                <a:solidFill>
                  <a:schemeClr val="accent1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Josefin Sans SemiBold"/>
              <a:buNone/>
              <a:defRPr sz="1500">
                <a:solidFill>
                  <a:schemeClr val="accent1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Josefin Sans SemiBold"/>
              <a:buNone/>
              <a:defRPr sz="1500">
                <a:solidFill>
                  <a:schemeClr val="accent1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Josefin Sans SemiBold"/>
              <a:buNone/>
              <a:defRPr sz="1500">
                <a:solidFill>
                  <a:schemeClr val="accent1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Josefin Sans SemiBold"/>
              <a:buNone/>
              <a:defRPr sz="1500">
                <a:solidFill>
                  <a:schemeClr val="accent1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Josefin Sans SemiBold"/>
              <a:buNone/>
              <a:defRPr sz="1500">
                <a:solidFill>
                  <a:schemeClr val="accent1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defRPr>
            </a:lvl9pPr>
          </a:lstStyle>
          <a:p>
            <a:endParaRPr/>
          </a:p>
        </p:txBody>
      </p:sp>
      <p:sp>
        <p:nvSpPr>
          <p:cNvPr id="146" name="Google Shape;146;p19"/>
          <p:cNvSpPr txBox="1">
            <a:spLocks noGrp="1"/>
          </p:cNvSpPr>
          <p:nvPr>
            <p:ph type="subTitle" idx="5"/>
          </p:nvPr>
        </p:nvSpPr>
        <p:spPr>
          <a:xfrm>
            <a:off x="3440245" y="1543141"/>
            <a:ext cx="22635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Josefin Sans SemiBold"/>
              <a:buNone/>
              <a:defRPr sz="1800">
                <a:solidFill>
                  <a:schemeClr val="accent1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Josefin Sans SemiBold"/>
              <a:buNone/>
              <a:defRPr sz="1500">
                <a:solidFill>
                  <a:schemeClr val="accent1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Josefin Sans SemiBold"/>
              <a:buNone/>
              <a:defRPr sz="1500">
                <a:solidFill>
                  <a:schemeClr val="accent1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Josefin Sans SemiBold"/>
              <a:buNone/>
              <a:defRPr sz="1500">
                <a:solidFill>
                  <a:schemeClr val="accent1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Josefin Sans SemiBold"/>
              <a:buNone/>
              <a:defRPr sz="1500">
                <a:solidFill>
                  <a:schemeClr val="accent1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Josefin Sans SemiBold"/>
              <a:buNone/>
              <a:defRPr sz="1500">
                <a:solidFill>
                  <a:schemeClr val="accent1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Josefin Sans SemiBold"/>
              <a:buNone/>
              <a:defRPr sz="1500">
                <a:solidFill>
                  <a:schemeClr val="accent1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Josefin Sans SemiBold"/>
              <a:buNone/>
              <a:defRPr sz="1500">
                <a:solidFill>
                  <a:schemeClr val="accent1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Josefin Sans SemiBold"/>
              <a:buNone/>
              <a:defRPr sz="1500">
                <a:solidFill>
                  <a:schemeClr val="accent1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defRPr>
            </a:lvl9pPr>
          </a:lstStyle>
          <a:p>
            <a:endParaRPr/>
          </a:p>
        </p:txBody>
      </p:sp>
      <p:sp>
        <p:nvSpPr>
          <p:cNvPr id="147" name="Google Shape;147;p19"/>
          <p:cNvSpPr txBox="1">
            <a:spLocks noGrp="1"/>
          </p:cNvSpPr>
          <p:nvPr>
            <p:ph type="subTitle" idx="6"/>
          </p:nvPr>
        </p:nvSpPr>
        <p:spPr>
          <a:xfrm>
            <a:off x="5906920" y="1543141"/>
            <a:ext cx="22635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Josefin Sans SemiBold"/>
              <a:buNone/>
              <a:defRPr sz="1800">
                <a:solidFill>
                  <a:schemeClr val="accent1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Josefin Sans SemiBold"/>
              <a:buNone/>
              <a:defRPr sz="1500">
                <a:solidFill>
                  <a:schemeClr val="accent1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Josefin Sans SemiBold"/>
              <a:buNone/>
              <a:defRPr sz="1500">
                <a:solidFill>
                  <a:schemeClr val="accent1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Josefin Sans SemiBold"/>
              <a:buNone/>
              <a:defRPr sz="1500">
                <a:solidFill>
                  <a:schemeClr val="accent1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Josefin Sans SemiBold"/>
              <a:buNone/>
              <a:defRPr sz="1500">
                <a:solidFill>
                  <a:schemeClr val="accent1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Josefin Sans SemiBold"/>
              <a:buNone/>
              <a:defRPr sz="1500">
                <a:solidFill>
                  <a:schemeClr val="accent1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Josefin Sans SemiBold"/>
              <a:buNone/>
              <a:defRPr sz="1500">
                <a:solidFill>
                  <a:schemeClr val="accent1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Josefin Sans SemiBold"/>
              <a:buNone/>
              <a:defRPr sz="1500">
                <a:solidFill>
                  <a:schemeClr val="accent1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Josefin Sans SemiBold"/>
              <a:buNone/>
              <a:defRPr sz="1500">
                <a:solidFill>
                  <a:schemeClr val="accent1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defRPr>
            </a:lvl9pPr>
          </a:lstStyle>
          <a:p>
            <a:endParaRPr/>
          </a:p>
        </p:txBody>
      </p:sp>
      <p:sp>
        <p:nvSpPr>
          <p:cNvPr id="148" name="Google Shape;148;p19"/>
          <p:cNvSpPr txBox="1">
            <a:spLocks noGrp="1"/>
          </p:cNvSpPr>
          <p:nvPr>
            <p:ph type="title"/>
          </p:nvPr>
        </p:nvSpPr>
        <p:spPr>
          <a:xfrm>
            <a:off x="146725" y="4789139"/>
            <a:ext cx="3027300" cy="2292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800"/>
              <a:buFont typeface="Josefin Sans"/>
              <a:buNone/>
              <a:defRPr sz="800" b="1"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49" name="Google Shape;149;p19"/>
          <p:cNvSpPr txBox="1">
            <a:spLocks noGrp="1"/>
          </p:cNvSpPr>
          <p:nvPr>
            <p:ph type="title" idx="7" hasCustomPrompt="1"/>
          </p:nvPr>
        </p:nvSpPr>
        <p:spPr>
          <a:xfrm>
            <a:off x="146725" y="4719850"/>
            <a:ext cx="1689000" cy="1605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00"/>
              <a:buFont typeface="Josefin Sans"/>
              <a:buNone/>
              <a:defRPr sz="1900" b="1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D0000"/>
              </a:buClr>
              <a:buSzPts val="4000"/>
              <a:buFont typeface="Josefin Sans"/>
              <a:buNone/>
              <a:defRPr sz="4000" b="1">
                <a:solidFill>
                  <a:srgbClr val="FD0000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D0000"/>
              </a:buClr>
              <a:buSzPts val="4000"/>
              <a:buFont typeface="Josefin Sans"/>
              <a:buNone/>
              <a:defRPr sz="4000" b="1">
                <a:solidFill>
                  <a:srgbClr val="FD0000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D0000"/>
              </a:buClr>
              <a:buSzPts val="4000"/>
              <a:buFont typeface="Josefin Sans"/>
              <a:buNone/>
              <a:defRPr sz="4000" b="1">
                <a:solidFill>
                  <a:srgbClr val="FD0000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D0000"/>
              </a:buClr>
              <a:buSzPts val="4000"/>
              <a:buFont typeface="Josefin Sans"/>
              <a:buNone/>
              <a:defRPr sz="4000" b="1">
                <a:solidFill>
                  <a:srgbClr val="FD0000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D0000"/>
              </a:buClr>
              <a:buSzPts val="4000"/>
              <a:buFont typeface="Josefin Sans"/>
              <a:buNone/>
              <a:defRPr sz="4000" b="1">
                <a:solidFill>
                  <a:srgbClr val="FD0000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D0000"/>
              </a:buClr>
              <a:buSzPts val="4000"/>
              <a:buFont typeface="Josefin Sans"/>
              <a:buNone/>
              <a:defRPr sz="4000" b="1">
                <a:solidFill>
                  <a:srgbClr val="FD0000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D0000"/>
              </a:buClr>
              <a:buSzPts val="4000"/>
              <a:buFont typeface="Josefin Sans"/>
              <a:buNone/>
              <a:defRPr sz="4000" b="1">
                <a:solidFill>
                  <a:srgbClr val="FD0000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D0000"/>
              </a:buClr>
              <a:buSzPts val="4000"/>
              <a:buFont typeface="Josefin Sans"/>
              <a:buNone/>
              <a:defRPr sz="4000" b="1">
                <a:solidFill>
                  <a:srgbClr val="FD0000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t>xx%</a:t>
            </a:r>
          </a:p>
        </p:txBody>
      </p:sp>
      <p:cxnSp>
        <p:nvCxnSpPr>
          <p:cNvPr id="150" name="Google Shape;150;p19"/>
          <p:cNvCxnSpPr/>
          <p:nvPr/>
        </p:nvCxnSpPr>
        <p:spPr>
          <a:xfrm rot="10800000">
            <a:off x="241206" y="4608973"/>
            <a:ext cx="12096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1" name="Google Shape;151;p19"/>
          <p:cNvSpPr txBox="1">
            <a:spLocks noGrp="1"/>
          </p:cNvSpPr>
          <p:nvPr>
            <p:ph type="title" idx="8"/>
          </p:nvPr>
        </p:nvSpPr>
        <p:spPr>
          <a:xfrm>
            <a:off x="1470900" y="476534"/>
            <a:ext cx="6202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Font typeface="Josefin Sans"/>
              <a:buNone/>
              <a:defRPr b="1"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cxnSp>
        <p:nvCxnSpPr>
          <p:cNvPr id="152" name="Google Shape;152;p19"/>
          <p:cNvCxnSpPr/>
          <p:nvPr/>
        </p:nvCxnSpPr>
        <p:spPr>
          <a:xfrm>
            <a:off x="6481100" y="4609950"/>
            <a:ext cx="2544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3" name="Google Shape;153;p19"/>
          <p:cNvSpPr txBox="1"/>
          <p:nvPr/>
        </p:nvSpPr>
        <p:spPr>
          <a:xfrm>
            <a:off x="8439900" y="4609950"/>
            <a:ext cx="5853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100" b="1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rPr>
              <a:t>‹#›</a:t>
            </a:fld>
            <a:endParaRPr sz="1100" b="1">
              <a:solidFill>
                <a:schemeClr val="accent1"/>
              </a:solidFill>
              <a:latin typeface="Josefin Sans"/>
              <a:ea typeface="Josefin Sans"/>
              <a:cs typeface="Josefin Sans"/>
              <a:sym typeface="Josefin Sans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CUSTOM_2_2"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0"/>
          <p:cNvSpPr txBox="1">
            <a:spLocks noGrp="1"/>
          </p:cNvSpPr>
          <p:nvPr>
            <p:ph type="subTitle" idx="1"/>
          </p:nvPr>
        </p:nvSpPr>
        <p:spPr>
          <a:xfrm>
            <a:off x="1396725" y="3013225"/>
            <a:ext cx="1416600" cy="123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efin Sans Light"/>
              <a:buNone/>
              <a:defRPr sz="14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56" name="Google Shape;156;p20"/>
          <p:cNvSpPr txBox="1">
            <a:spLocks noGrp="1"/>
          </p:cNvSpPr>
          <p:nvPr>
            <p:ph type="subTitle" idx="2"/>
          </p:nvPr>
        </p:nvSpPr>
        <p:spPr>
          <a:xfrm>
            <a:off x="3863100" y="3013225"/>
            <a:ext cx="1417200" cy="123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efin Sans Light"/>
              <a:buNone/>
              <a:defRPr sz="14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57" name="Google Shape;157;p20"/>
          <p:cNvSpPr txBox="1">
            <a:spLocks noGrp="1"/>
          </p:cNvSpPr>
          <p:nvPr>
            <p:ph type="subTitle" idx="3"/>
          </p:nvPr>
        </p:nvSpPr>
        <p:spPr>
          <a:xfrm>
            <a:off x="6330075" y="3013225"/>
            <a:ext cx="1417200" cy="123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efin Sans Light"/>
              <a:buNone/>
              <a:defRPr sz="14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58" name="Google Shape;158;p20"/>
          <p:cNvSpPr txBox="1">
            <a:spLocks noGrp="1"/>
          </p:cNvSpPr>
          <p:nvPr>
            <p:ph type="subTitle" idx="4"/>
          </p:nvPr>
        </p:nvSpPr>
        <p:spPr>
          <a:xfrm>
            <a:off x="1396725" y="2478641"/>
            <a:ext cx="14172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Josefin Sans SemiBold"/>
              <a:buNone/>
              <a:defRPr sz="1800">
                <a:solidFill>
                  <a:schemeClr val="accent1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Josefin Sans SemiBold"/>
              <a:buNone/>
              <a:defRPr sz="1500">
                <a:solidFill>
                  <a:schemeClr val="accent1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Josefin Sans SemiBold"/>
              <a:buNone/>
              <a:defRPr sz="1500">
                <a:solidFill>
                  <a:schemeClr val="accent1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Josefin Sans SemiBold"/>
              <a:buNone/>
              <a:defRPr sz="1500">
                <a:solidFill>
                  <a:schemeClr val="accent1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Josefin Sans SemiBold"/>
              <a:buNone/>
              <a:defRPr sz="1500">
                <a:solidFill>
                  <a:schemeClr val="accent1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Josefin Sans SemiBold"/>
              <a:buNone/>
              <a:defRPr sz="1500">
                <a:solidFill>
                  <a:schemeClr val="accent1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Josefin Sans SemiBold"/>
              <a:buNone/>
              <a:defRPr sz="1500">
                <a:solidFill>
                  <a:schemeClr val="accent1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Josefin Sans SemiBold"/>
              <a:buNone/>
              <a:defRPr sz="1500">
                <a:solidFill>
                  <a:schemeClr val="accent1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Josefin Sans SemiBold"/>
              <a:buNone/>
              <a:defRPr sz="1500">
                <a:solidFill>
                  <a:schemeClr val="accent1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defRPr>
            </a:lvl9pPr>
          </a:lstStyle>
          <a:p>
            <a:endParaRPr/>
          </a:p>
        </p:txBody>
      </p:sp>
      <p:sp>
        <p:nvSpPr>
          <p:cNvPr id="159" name="Google Shape;159;p20"/>
          <p:cNvSpPr txBox="1">
            <a:spLocks noGrp="1"/>
          </p:cNvSpPr>
          <p:nvPr>
            <p:ph type="subTitle" idx="5"/>
          </p:nvPr>
        </p:nvSpPr>
        <p:spPr>
          <a:xfrm>
            <a:off x="3863400" y="2478641"/>
            <a:ext cx="14172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Josefin Sans SemiBold"/>
              <a:buNone/>
              <a:defRPr sz="1800">
                <a:solidFill>
                  <a:schemeClr val="accent1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Josefin Sans SemiBold"/>
              <a:buNone/>
              <a:defRPr sz="1500">
                <a:solidFill>
                  <a:schemeClr val="accent1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Josefin Sans SemiBold"/>
              <a:buNone/>
              <a:defRPr sz="1500">
                <a:solidFill>
                  <a:schemeClr val="accent1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Josefin Sans SemiBold"/>
              <a:buNone/>
              <a:defRPr sz="1500">
                <a:solidFill>
                  <a:schemeClr val="accent1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Josefin Sans SemiBold"/>
              <a:buNone/>
              <a:defRPr sz="1500">
                <a:solidFill>
                  <a:schemeClr val="accent1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Josefin Sans SemiBold"/>
              <a:buNone/>
              <a:defRPr sz="1500">
                <a:solidFill>
                  <a:schemeClr val="accent1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Josefin Sans SemiBold"/>
              <a:buNone/>
              <a:defRPr sz="1500">
                <a:solidFill>
                  <a:schemeClr val="accent1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Josefin Sans SemiBold"/>
              <a:buNone/>
              <a:defRPr sz="1500">
                <a:solidFill>
                  <a:schemeClr val="accent1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Josefin Sans SemiBold"/>
              <a:buNone/>
              <a:defRPr sz="1500">
                <a:solidFill>
                  <a:schemeClr val="accent1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defRPr>
            </a:lvl9pPr>
          </a:lstStyle>
          <a:p>
            <a:endParaRPr/>
          </a:p>
        </p:txBody>
      </p:sp>
      <p:sp>
        <p:nvSpPr>
          <p:cNvPr id="160" name="Google Shape;160;p20"/>
          <p:cNvSpPr txBox="1">
            <a:spLocks noGrp="1"/>
          </p:cNvSpPr>
          <p:nvPr>
            <p:ph type="subTitle" idx="6"/>
          </p:nvPr>
        </p:nvSpPr>
        <p:spPr>
          <a:xfrm>
            <a:off x="6330075" y="2478641"/>
            <a:ext cx="14172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Josefin Sans SemiBold"/>
              <a:buNone/>
              <a:defRPr sz="1800">
                <a:solidFill>
                  <a:schemeClr val="accent1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Josefin Sans SemiBold"/>
              <a:buNone/>
              <a:defRPr sz="1500">
                <a:solidFill>
                  <a:schemeClr val="accent1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Josefin Sans SemiBold"/>
              <a:buNone/>
              <a:defRPr sz="1500">
                <a:solidFill>
                  <a:schemeClr val="accent1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Josefin Sans SemiBold"/>
              <a:buNone/>
              <a:defRPr sz="1500">
                <a:solidFill>
                  <a:schemeClr val="accent1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Josefin Sans SemiBold"/>
              <a:buNone/>
              <a:defRPr sz="1500">
                <a:solidFill>
                  <a:schemeClr val="accent1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Josefin Sans SemiBold"/>
              <a:buNone/>
              <a:defRPr sz="1500">
                <a:solidFill>
                  <a:schemeClr val="accent1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Josefin Sans SemiBold"/>
              <a:buNone/>
              <a:defRPr sz="1500">
                <a:solidFill>
                  <a:schemeClr val="accent1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Josefin Sans SemiBold"/>
              <a:buNone/>
              <a:defRPr sz="1500">
                <a:solidFill>
                  <a:schemeClr val="accent1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Josefin Sans SemiBold"/>
              <a:buNone/>
              <a:defRPr sz="1500">
                <a:solidFill>
                  <a:schemeClr val="accent1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defRPr>
            </a:lvl9pPr>
          </a:lstStyle>
          <a:p>
            <a:endParaRPr/>
          </a:p>
        </p:txBody>
      </p:sp>
      <p:sp>
        <p:nvSpPr>
          <p:cNvPr id="161" name="Google Shape;161;p20"/>
          <p:cNvSpPr txBox="1">
            <a:spLocks noGrp="1"/>
          </p:cNvSpPr>
          <p:nvPr>
            <p:ph type="title"/>
          </p:nvPr>
        </p:nvSpPr>
        <p:spPr>
          <a:xfrm>
            <a:off x="146725" y="4789139"/>
            <a:ext cx="3027300" cy="2292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800"/>
              <a:buFont typeface="Josefin Sans"/>
              <a:buNone/>
              <a:defRPr sz="800" b="1"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62" name="Google Shape;162;p20"/>
          <p:cNvSpPr txBox="1">
            <a:spLocks noGrp="1"/>
          </p:cNvSpPr>
          <p:nvPr>
            <p:ph type="title" idx="7" hasCustomPrompt="1"/>
          </p:nvPr>
        </p:nvSpPr>
        <p:spPr>
          <a:xfrm>
            <a:off x="146725" y="4719850"/>
            <a:ext cx="1689000" cy="1605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00"/>
              <a:buFont typeface="Josefin Sans"/>
              <a:buNone/>
              <a:defRPr sz="1900" b="1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D0000"/>
              </a:buClr>
              <a:buSzPts val="4000"/>
              <a:buFont typeface="Josefin Sans"/>
              <a:buNone/>
              <a:defRPr sz="4000" b="1">
                <a:solidFill>
                  <a:srgbClr val="FD0000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D0000"/>
              </a:buClr>
              <a:buSzPts val="4000"/>
              <a:buFont typeface="Josefin Sans"/>
              <a:buNone/>
              <a:defRPr sz="4000" b="1">
                <a:solidFill>
                  <a:srgbClr val="FD0000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D0000"/>
              </a:buClr>
              <a:buSzPts val="4000"/>
              <a:buFont typeface="Josefin Sans"/>
              <a:buNone/>
              <a:defRPr sz="4000" b="1">
                <a:solidFill>
                  <a:srgbClr val="FD0000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D0000"/>
              </a:buClr>
              <a:buSzPts val="4000"/>
              <a:buFont typeface="Josefin Sans"/>
              <a:buNone/>
              <a:defRPr sz="4000" b="1">
                <a:solidFill>
                  <a:srgbClr val="FD0000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D0000"/>
              </a:buClr>
              <a:buSzPts val="4000"/>
              <a:buFont typeface="Josefin Sans"/>
              <a:buNone/>
              <a:defRPr sz="4000" b="1">
                <a:solidFill>
                  <a:srgbClr val="FD0000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D0000"/>
              </a:buClr>
              <a:buSzPts val="4000"/>
              <a:buFont typeface="Josefin Sans"/>
              <a:buNone/>
              <a:defRPr sz="4000" b="1">
                <a:solidFill>
                  <a:srgbClr val="FD0000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D0000"/>
              </a:buClr>
              <a:buSzPts val="4000"/>
              <a:buFont typeface="Josefin Sans"/>
              <a:buNone/>
              <a:defRPr sz="4000" b="1">
                <a:solidFill>
                  <a:srgbClr val="FD0000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D0000"/>
              </a:buClr>
              <a:buSzPts val="4000"/>
              <a:buFont typeface="Josefin Sans"/>
              <a:buNone/>
              <a:defRPr sz="4000" b="1">
                <a:solidFill>
                  <a:srgbClr val="FD0000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t>xx%</a:t>
            </a:r>
          </a:p>
        </p:txBody>
      </p:sp>
      <p:cxnSp>
        <p:nvCxnSpPr>
          <p:cNvPr id="163" name="Google Shape;163;p20"/>
          <p:cNvCxnSpPr/>
          <p:nvPr/>
        </p:nvCxnSpPr>
        <p:spPr>
          <a:xfrm rot="10800000">
            <a:off x="241206" y="4608973"/>
            <a:ext cx="12096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4" name="Google Shape;164;p20"/>
          <p:cNvSpPr txBox="1">
            <a:spLocks noGrp="1"/>
          </p:cNvSpPr>
          <p:nvPr>
            <p:ph type="title" idx="8"/>
          </p:nvPr>
        </p:nvSpPr>
        <p:spPr>
          <a:xfrm>
            <a:off x="1470900" y="476534"/>
            <a:ext cx="6202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Font typeface="Josefin Sans"/>
              <a:buNone/>
              <a:defRPr b="1"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cxnSp>
        <p:nvCxnSpPr>
          <p:cNvPr id="165" name="Google Shape;165;p20"/>
          <p:cNvCxnSpPr/>
          <p:nvPr/>
        </p:nvCxnSpPr>
        <p:spPr>
          <a:xfrm>
            <a:off x="6481100" y="4609950"/>
            <a:ext cx="2544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6" name="Google Shape;166;p20"/>
          <p:cNvSpPr txBox="1"/>
          <p:nvPr/>
        </p:nvSpPr>
        <p:spPr>
          <a:xfrm>
            <a:off x="8439900" y="4609950"/>
            <a:ext cx="5853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100" b="1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rPr>
              <a:t>‹#›</a:t>
            </a:fld>
            <a:endParaRPr sz="1100" b="1">
              <a:solidFill>
                <a:schemeClr val="accent1"/>
              </a:solidFill>
              <a:latin typeface="Josefin Sans"/>
              <a:ea typeface="Josefin Sans"/>
              <a:cs typeface="Josefin Sans"/>
              <a:sym typeface="Josefin Sans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2">
  <p:cSld name="CUSTOM_2_2_1"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1"/>
          <p:cNvSpPr txBox="1">
            <a:spLocks noGrp="1"/>
          </p:cNvSpPr>
          <p:nvPr>
            <p:ph type="subTitle" idx="1"/>
          </p:nvPr>
        </p:nvSpPr>
        <p:spPr>
          <a:xfrm>
            <a:off x="1226025" y="1406275"/>
            <a:ext cx="1758600" cy="156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efin Sans Light"/>
              <a:buNone/>
              <a:defRPr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69" name="Google Shape;169;p21"/>
          <p:cNvSpPr txBox="1">
            <a:spLocks noGrp="1"/>
          </p:cNvSpPr>
          <p:nvPr>
            <p:ph type="subTitle" idx="2"/>
          </p:nvPr>
        </p:nvSpPr>
        <p:spPr>
          <a:xfrm>
            <a:off x="3694200" y="1406275"/>
            <a:ext cx="1755600" cy="156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efin Sans Light"/>
              <a:buNone/>
              <a:defRPr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70" name="Google Shape;170;p21"/>
          <p:cNvSpPr txBox="1">
            <a:spLocks noGrp="1"/>
          </p:cNvSpPr>
          <p:nvPr>
            <p:ph type="subTitle" idx="3"/>
          </p:nvPr>
        </p:nvSpPr>
        <p:spPr>
          <a:xfrm>
            <a:off x="6160875" y="1406281"/>
            <a:ext cx="1755600" cy="156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efin Sans Light"/>
              <a:buNone/>
              <a:defRPr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71" name="Google Shape;171;p21"/>
          <p:cNvSpPr txBox="1">
            <a:spLocks noGrp="1"/>
          </p:cNvSpPr>
          <p:nvPr>
            <p:ph type="subTitle" idx="4"/>
          </p:nvPr>
        </p:nvSpPr>
        <p:spPr>
          <a:xfrm>
            <a:off x="1227525" y="3316575"/>
            <a:ext cx="1755600" cy="62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Josefin Sans SemiBold"/>
              <a:buNone/>
              <a:defRPr sz="1800">
                <a:solidFill>
                  <a:schemeClr val="accent1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Josefin Sans SemiBold"/>
              <a:buNone/>
              <a:defRPr sz="1500">
                <a:solidFill>
                  <a:schemeClr val="accent1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Josefin Sans SemiBold"/>
              <a:buNone/>
              <a:defRPr sz="1500">
                <a:solidFill>
                  <a:schemeClr val="accent1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Josefin Sans SemiBold"/>
              <a:buNone/>
              <a:defRPr sz="1500">
                <a:solidFill>
                  <a:schemeClr val="accent1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Josefin Sans SemiBold"/>
              <a:buNone/>
              <a:defRPr sz="1500">
                <a:solidFill>
                  <a:schemeClr val="accent1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Josefin Sans SemiBold"/>
              <a:buNone/>
              <a:defRPr sz="1500">
                <a:solidFill>
                  <a:schemeClr val="accent1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Josefin Sans SemiBold"/>
              <a:buNone/>
              <a:defRPr sz="1500">
                <a:solidFill>
                  <a:schemeClr val="accent1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Josefin Sans SemiBold"/>
              <a:buNone/>
              <a:defRPr sz="1500">
                <a:solidFill>
                  <a:schemeClr val="accent1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Josefin Sans SemiBold"/>
              <a:buNone/>
              <a:defRPr sz="1500">
                <a:solidFill>
                  <a:schemeClr val="accent1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defRPr>
            </a:lvl9pPr>
          </a:lstStyle>
          <a:p>
            <a:endParaRPr/>
          </a:p>
        </p:txBody>
      </p:sp>
      <p:sp>
        <p:nvSpPr>
          <p:cNvPr id="172" name="Google Shape;172;p21"/>
          <p:cNvSpPr txBox="1">
            <a:spLocks noGrp="1"/>
          </p:cNvSpPr>
          <p:nvPr>
            <p:ph type="subTitle" idx="5"/>
          </p:nvPr>
        </p:nvSpPr>
        <p:spPr>
          <a:xfrm>
            <a:off x="3694200" y="3316575"/>
            <a:ext cx="1755600" cy="62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Josefin Sans SemiBold"/>
              <a:buNone/>
              <a:defRPr sz="1800">
                <a:solidFill>
                  <a:schemeClr val="accent1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Josefin Sans SemiBold"/>
              <a:buNone/>
              <a:defRPr sz="1500">
                <a:solidFill>
                  <a:schemeClr val="accent1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Josefin Sans SemiBold"/>
              <a:buNone/>
              <a:defRPr sz="1500">
                <a:solidFill>
                  <a:schemeClr val="accent1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Josefin Sans SemiBold"/>
              <a:buNone/>
              <a:defRPr sz="1500">
                <a:solidFill>
                  <a:schemeClr val="accent1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Josefin Sans SemiBold"/>
              <a:buNone/>
              <a:defRPr sz="1500">
                <a:solidFill>
                  <a:schemeClr val="accent1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Josefin Sans SemiBold"/>
              <a:buNone/>
              <a:defRPr sz="1500">
                <a:solidFill>
                  <a:schemeClr val="accent1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Josefin Sans SemiBold"/>
              <a:buNone/>
              <a:defRPr sz="1500">
                <a:solidFill>
                  <a:schemeClr val="accent1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Josefin Sans SemiBold"/>
              <a:buNone/>
              <a:defRPr sz="1500">
                <a:solidFill>
                  <a:schemeClr val="accent1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Josefin Sans SemiBold"/>
              <a:buNone/>
              <a:defRPr sz="1500">
                <a:solidFill>
                  <a:schemeClr val="accent1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defRPr>
            </a:lvl9pPr>
          </a:lstStyle>
          <a:p>
            <a:endParaRPr/>
          </a:p>
        </p:txBody>
      </p:sp>
      <p:sp>
        <p:nvSpPr>
          <p:cNvPr id="173" name="Google Shape;173;p21"/>
          <p:cNvSpPr txBox="1">
            <a:spLocks noGrp="1"/>
          </p:cNvSpPr>
          <p:nvPr>
            <p:ph type="subTitle" idx="6"/>
          </p:nvPr>
        </p:nvSpPr>
        <p:spPr>
          <a:xfrm>
            <a:off x="6160875" y="3316575"/>
            <a:ext cx="1755600" cy="62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Josefin Sans SemiBold"/>
              <a:buNone/>
              <a:defRPr sz="1800">
                <a:solidFill>
                  <a:schemeClr val="accent1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Josefin Sans SemiBold"/>
              <a:buNone/>
              <a:defRPr sz="1500">
                <a:solidFill>
                  <a:schemeClr val="accent1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Josefin Sans SemiBold"/>
              <a:buNone/>
              <a:defRPr sz="1500">
                <a:solidFill>
                  <a:schemeClr val="accent1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Josefin Sans SemiBold"/>
              <a:buNone/>
              <a:defRPr sz="1500">
                <a:solidFill>
                  <a:schemeClr val="accent1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Josefin Sans SemiBold"/>
              <a:buNone/>
              <a:defRPr sz="1500">
                <a:solidFill>
                  <a:schemeClr val="accent1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Josefin Sans SemiBold"/>
              <a:buNone/>
              <a:defRPr sz="1500">
                <a:solidFill>
                  <a:schemeClr val="accent1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Josefin Sans SemiBold"/>
              <a:buNone/>
              <a:defRPr sz="1500">
                <a:solidFill>
                  <a:schemeClr val="accent1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Josefin Sans SemiBold"/>
              <a:buNone/>
              <a:defRPr sz="1500">
                <a:solidFill>
                  <a:schemeClr val="accent1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Josefin Sans SemiBold"/>
              <a:buNone/>
              <a:defRPr sz="1500">
                <a:solidFill>
                  <a:schemeClr val="accent1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defRPr>
            </a:lvl9pPr>
          </a:lstStyle>
          <a:p>
            <a:endParaRPr/>
          </a:p>
        </p:txBody>
      </p:sp>
      <p:sp>
        <p:nvSpPr>
          <p:cNvPr id="174" name="Google Shape;174;p21"/>
          <p:cNvSpPr txBox="1">
            <a:spLocks noGrp="1"/>
          </p:cNvSpPr>
          <p:nvPr>
            <p:ph type="title"/>
          </p:nvPr>
        </p:nvSpPr>
        <p:spPr>
          <a:xfrm>
            <a:off x="146725" y="4789139"/>
            <a:ext cx="3027300" cy="2292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800"/>
              <a:buFont typeface="Josefin Sans"/>
              <a:buNone/>
              <a:defRPr sz="800" b="1"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75" name="Google Shape;175;p21"/>
          <p:cNvSpPr txBox="1">
            <a:spLocks noGrp="1"/>
          </p:cNvSpPr>
          <p:nvPr>
            <p:ph type="title" idx="7" hasCustomPrompt="1"/>
          </p:nvPr>
        </p:nvSpPr>
        <p:spPr>
          <a:xfrm>
            <a:off x="146725" y="4719850"/>
            <a:ext cx="1689000" cy="1605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00"/>
              <a:buFont typeface="Josefin Sans"/>
              <a:buNone/>
              <a:defRPr sz="1900" b="1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D0000"/>
              </a:buClr>
              <a:buSzPts val="4000"/>
              <a:buFont typeface="Josefin Sans"/>
              <a:buNone/>
              <a:defRPr sz="4000" b="1">
                <a:solidFill>
                  <a:srgbClr val="FD0000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D0000"/>
              </a:buClr>
              <a:buSzPts val="4000"/>
              <a:buFont typeface="Josefin Sans"/>
              <a:buNone/>
              <a:defRPr sz="4000" b="1">
                <a:solidFill>
                  <a:srgbClr val="FD0000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D0000"/>
              </a:buClr>
              <a:buSzPts val="4000"/>
              <a:buFont typeface="Josefin Sans"/>
              <a:buNone/>
              <a:defRPr sz="4000" b="1">
                <a:solidFill>
                  <a:srgbClr val="FD0000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D0000"/>
              </a:buClr>
              <a:buSzPts val="4000"/>
              <a:buFont typeface="Josefin Sans"/>
              <a:buNone/>
              <a:defRPr sz="4000" b="1">
                <a:solidFill>
                  <a:srgbClr val="FD0000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D0000"/>
              </a:buClr>
              <a:buSzPts val="4000"/>
              <a:buFont typeface="Josefin Sans"/>
              <a:buNone/>
              <a:defRPr sz="4000" b="1">
                <a:solidFill>
                  <a:srgbClr val="FD0000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D0000"/>
              </a:buClr>
              <a:buSzPts val="4000"/>
              <a:buFont typeface="Josefin Sans"/>
              <a:buNone/>
              <a:defRPr sz="4000" b="1">
                <a:solidFill>
                  <a:srgbClr val="FD0000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D0000"/>
              </a:buClr>
              <a:buSzPts val="4000"/>
              <a:buFont typeface="Josefin Sans"/>
              <a:buNone/>
              <a:defRPr sz="4000" b="1">
                <a:solidFill>
                  <a:srgbClr val="FD0000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D0000"/>
              </a:buClr>
              <a:buSzPts val="4000"/>
              <a:buFont typeface="Josefin Sans"/>
              <a:buNone/>
              <a:defRPr sz="4000" b="1">
                <a:solidFill>
                  <a:srgbClr val="FD0000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t>xx%</a:t>
            </a:r>
          </a:p>
        </p:txBody>
      </p:sp>
      <p:cxnSp>
        <p:nvCxnSpPr>
          <p:cNvPr id="176" name="Google Shape;176;p21"/>
          <p:cNvCxnSpPr/>
          <p:nvPr/>
        </p:nvCxnSpPr>
        <p:spPr>
          <a:xfrm rot="10800000">
            <a:off x="241206" y="4608973"/>
            <a:ext cx="12096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7" name="Google Shape;177;p21"/>
          <p:cNvSpPr txBox="1">
            <a:spLocks noGrp="1"/>
          </p:cNvSpPr>
          <p:nvPr>
            <p:ph type="title" idx="8"/>
          </p:nvPr>
        </p:nvSpPr>
        <p:spPr>
          <a:xfrm>
            <a:off x="1470900" y="476534"/>
            <a:ext cx="6202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Font typeface="Josefin Sans"/>
              <a:buNone/>
              <a:defRPr b="1"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cxnSp>
        <p:nvCxnSpPr>
          <p:cNvPr id="178" name="Google Shape;178;p21"/>
          <p:cNvCxnSpPr/>
          <p:nvPr/>
        </p:nvCxnSpPr>
        <p:spPr>
          <a:xfrm>
            <a:off x="6481100" y="4609950"/>
            <a:ext cx="2544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9" name="Google Shape;179;p21"/>
          <p:cNvSpPr txBox="1"/>
          <p:nvPr/>
        </p:nvSpPr>
        <p:spPr>
          <a:xfrm>
            <a:off x="8439900" y="4609950"/>
            <a:ext cx="5853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100" b="1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rPr>
              <a:t>‹#›</a:t>
            </a:fld>
            <a:endParaRPr sz="1100" b="1">
              <a:solidFill>
                <a:schemeClr val="accent1"/>
              </a:solidFill>
              <a:latin typeface="Josefin Sans"/>
              <a:ea typeface="Josefin Sans"/>
              <a:cs typeface="Josefin Sans"/>
              <a:sym typeface="Josefin Sans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2_1"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3"/>
          <p:cNvSpPr txBox="1">
            <a:spLocks noGrp="1"/>
          </p:cNvSpPr>
          <p:nvPr>
            <p:ph type="subTitle" idx="1"/>
          </p:nvPr>
        </p:nvSpPr>
        <p:spPr>
          <a:xfrm>
            <a:off x="1898375" y="2233925"/>
            <a:ext cx="22635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efin Sans"/>
              <a:buNone/>
              <a:defRPr sz="14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efin Sans"/>
              <a:buNone/>
              <a:defRPr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efin Sans"/>
              <a:buNone/>
              <a:defRPr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efin Sans"/>
              <a:buNone/>
              <a:defRPr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efin Sans"/>
              <a:buNone/>
              <a:defRPr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efin Sans"/>
              <a:buNone/>
              <a:defRPr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efin Sans"/>
              <a:buNone/>
              <a:defRPr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efin Sans"/>
              <a:buNone/>
              <a:defRPr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efin Sans"/>
              <a:buNone/>
              <a:defRPr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endParaRPr/>
          </a:p>
        </p:txBody>
      </p:sp>
      <p:sp>
        <p:nvSpPr>
          <p:cNvPr id="195" name="Google Shape;195;p23"/>
          <p:cNvSpPr txBox="1">
            <a:spLocks noGrp="1"/>
          </p:cNvSpPr>
          <p:nvPr>
            <p:ph type="subTitle" idx="2"/>
          </p:nvPr>
        </p:nvSpPr>
        <p:spPr>
          <a:xfrm>
            <a:off x="4982125" y="2233925"/>
            <a:ext cx="22635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efin Sans"/>
              <a:buNone/>
              <a:defRPr sz="14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efin Sans"/>
              <a:buNone/>
              <a:defRPr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efin Sans"/>
              <a:buNone/>
              <a:defRPr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efin Sans"/>
              <a:buNone/>
              <a:defRPr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efin Sans"/>
              <a:buNone/>
              <a:defRPr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efin Sans"/>
              <a:buNone/>
              <a:defRPr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efin Sans"/>
              <a:buNone/>
              <a:defRPr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efin Sans"/>
              <a:buNone/>
              <a:defRPr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efin Sans"/>
              <a:buNone/>
              <a:defRPr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endParaRPr/>
          </a:p>
        </p:txBody>
      </p:sp>
      <p:sp>
        <p:nvSpPr>
          <p:cNvPr id="196" name="Google Shape;196;p23"/>
          <p:cNvSpPr txBox="1">
            <a:spLocks noGrp="1"/>
          </p:cNvSpPr>
          <p:nvPr>
            <p:ph type="subTitle" idx="3"/>
          </p:nvPr>
        </p:nvSpPr>
        <p:spPr>
          <a:xfrm>
            <a:off x="1898375" y="1667981"/>
            <a:ext cx="22635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Josefin Sans SemiBold"/>
              <a:buNone/>
              <a:defRPr sz="1800">
                <a:solidFill>
                  <a:schemeClr val="accent1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Josefin Sans SemiBold"/>
              <a:buNone/>
              <a:defRPr sz="1800">
                <a:solidFill>
                  <a:schemeClr val="accent1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Josefin Sans SemiBold"/>
              <a:buNone/>
              <a:defRPr sz="1800">
                <a:solidFill>
                  <a:schemeClr val="accent1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Josefin Sans SemiBold"/>
              <a:buNone/>
              <a:defRPr sz="1800">
                <a:solidFill>
                  <a:schemeClr val="accent1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Josefin Sans SemiBold"/>
              <a:buNone/>
              <a:defRPr sz="1800">
                <a:solidFill>
                  <a:schemeClr val="accent1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Josefin Sans SemiBold"/>
              <a:buNone/>
              <a:defRPr sz="1800">
                <a:solidFill>
                  <a:schemeClr val="accent1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Josefin Sans SemiBold"/>
              <a:buNone/>
              <a:defRPr sz="1800">
                <a:solidFill>
                  <a:schemeClr val="accent1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Josefin Sans SemiBold"/>
              <a:buNone/>
              <a:defRPr sz="1800">
                <a:solidFill>
                  <a:schemeClr val="accent1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Josefin Sans SemiBold"/>
              <a:buNone/>
              <a:defRPr sz="1800">
                <a:solidFill>
                  <a:schemeClr val="accent1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defRPr>
            </a:lvl9pPr>
          </a:lstStyle>
          <a:p>
            <a:endParaRPr/>
          </a:p>
        </p:txBody>
      </p:sp>
      <p:sp>
        <p:nvSpPr>
          <p:cNvPr id="197" name="Google Shape;197;p23"/>
          <p:cNvSpPr txBox="1">
            <a:spLocks noGrp="1"/>
          </p:cNvSpPr>
          <p:nvPr>
            <p:ph type="subTitle" idx="4"/>
          </p:nvPr>
        </p:nvSpPr>
        <p:spPr>
          <a:xfrm>
            <a:off x="4982125" y="1667981"/>
            <a:ext cx="22635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Josefin Sans SemiBold"/>
              <a:buNone/>
              <a:defRPr sz="1800">
                <a:solidFill>
                  <a:schemeClr val="accent1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Josefin Sans SemiBold"/>
              <a:buNone/>
              <a:defRPr sz="1800">
                <a:solidFill>
                  <a:schemeClr val="accent1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Josefin Sans SemiBold"/>
              <a:buNone/>
              <a:defRPr sz="1800">
                <a:solidFill>
                  <a:schemeClr val="accent1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Josefin Sans SemiBold"/>
              <a:buNone/>
              <a:defRPr sz="1800">
                <a:solidFill>
                  <a:schemeClr val="accent1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Josefin Sans SemiBold"/>
              <a:buNone/>
              <a:defRPr sz="1800">
                <a:solidFill>
                  <a:schemeClr val="accent1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Josefin Sans SemiBold"/>
              <a:buNone/>
              <a:defRPr sz="1800">
                <a:solidFill>
                  <a:schemeClr val="accent1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Josefin Sans SemiBold"/>
              <a:buNone/>
              <a:defRPr sz="1800">
                <a:solidFill>
                  <a:schemeClr val="accent1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Josefin Sans SemiBold"/>
              <a:buNone/>
              <a:defRPr sz="1800">
                <a:solidFill>
                  <a:schemeClr val="accent1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Josefin Sans SemiBold"/>
              <a:buNone/>
              <a:defRPr sz="1800">
                <a:solidFill>
                  <a:schemeClr val="accent1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defRPr>
            </a:lvl9pPr>
          </a:lstStyle>
          <a:p>
            <a:endParaRPr/>
          </a:p>
        </p:txBody>
      </p:sp>
      <p:sp>
        <p:nvSpPr>
          <p:cNvPr id="198" name="Google Shape;198;p23"/>
          <p:cNvSpPr txBox="1">
            <a:spLocks noGrp="1"/>
          </p:cNvSpPr>
          <p:nvPr>
            <p:ph type="title"/>
          </p:nvPr>
        </p:nvSpPr>
        <p:spPr>
          <a:xfrm>
            <a:off x="146725" y="4789139"/>
            <a:ext cx="3027300" cy="2292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800"/>
              <a:buFont typeface="Josefin Sans"/>
              <a:buNone/>
              <a:defRPr sz="800" b="1"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9" name="Google Shape;199;p23"/>
          <p:cNvSpPr txBox="1">
            <a:spLocks noGrp="1"/>
          </p:cNvSpPr>
          <p:nvPr>
            <p:ph type="title" idx="5" hasCustomPrompt="1"/>
          </p:nvPr>
        </p:nvSpPr>
        <p:spPr>
          <a:xfrm>
            <a:off x="146725" y="4719850"/>
            <a:ext cx="1689000" cy="1605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00"/>
              <a:buFont typeface="Josefin Sans"/>
              <a:buNone/>
              <a:defRPr sz="1900" b="1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D0000"/>
              </a:buClr>
              <a:buSzPts val="4000"/>
              <a:buFont typeface="Josefin Sans"/>
              <a:buNone/>
              <a:defRPr sz="4000" b="1">
                <a:solidFill>
                  <a:srgbClr val="FD0000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D0000"/>
              </a:buClr>
              <a:buSzPts val="4000"/>
              <a:buFont typeface="Josefin Sans"/>
              <a:buNone/>
              <a:defRPr sz="4000" b="1">
                <a:solidFill>
                  <a:srgbClr val="FD0000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D0000"/>
              </a:buClr>
              <a:buSzPts val="4000"/>
              <a:buFont typeface="Josefin Sans"/>
              <a:buNone/>
              <a:defRPr sz="4000" b="1">
                <a:solidFill>
                  <a:srgbClr val="FD0000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D0000"/>
              </a:buClr>
              <a:buSzPts val="4000"/>
              <a:buFont typeface="Josefin Sans"/>
              <a:buNone/>
              <a:defRPr sz="4000" b="1">
                <a:solidFill>
                  <a:srgbClr val="FD0000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D0000"/>
              </a:buClr>
              <a:buSzPts val="4000"/>
              <a:buFont typeface="Josefin Sans"/>
              <a:buNone/>
              <a:defRPr sz="4000" b="1">
                <a:solidFill>
                  <a:srgbClr val="FD0000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D0000"/>
              </a:buClr>
              <a:buSzPts val="4000"/>
              <a:buFont typeface="Josefin Sans"/>
              <a:buNone/>
              <a:defRPr sz="4000" b="1">
                <a:solidFill>
                  <a:srgbClr val="FD0000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D0000"/>
              </a:buClr>
              <a:buSzPts val="4000"/>
              <a:buFont typeface="Josefin Sans"/>
              <a:buNone/>
              <a:defRPr sz="4000" b="1">
                <a:solidFill>
                  <a:srgbClr val="FD0000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D0000"/>
              </a:buClr>
              <a:buSzPts val="4000"/>
              <a:buFont typeface="Josefin Sans"/>
              <a:buNone/>
              <a:defRPr sz="4000" b="1">
                <a:solidFill>
                  <a:srgbClr val="FD0000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t>xx%</a:t>
            </a:r>
          </a:p>
        </p:txBody>
      </p:sp>
      <p:cxnSp>
        <p:nvCxnSpPr>
          <p:cNvPr id="200" name="Google Shape;200;p23"/>
          <p:cNvCxnSpPr/>
          <p:nvPr/>
        </p:nvCxnSpPr>
        <p:spPr>
          <a:xfrm rot="10800000">
            <a:off x="241206" y="4608973"/>
            <a:ext cx="12096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1" name="Google Shape;201;p23"/>
          <p:cNvSpPr txBox="1">
            <a:spLocks noGrp="1"/>
          </p:cNvSpPr>
          <p:nvPr>
            <p:ph type="subTitle" idx="6"/>
          </p:nvPr>
        </p:nvSpPr>
        <p:spPr>
          <a:xfrm>
            <a:off x="1898375" y="4004934"/>
            <a:ext cx="2263500" cy="3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efin Sans"/>
              <a:buNone/>
              <a:defRPr sz="14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efin Sans"/>
              <a:buNone/>
              <a:defRPr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efin Sans"/>
              <a:buNone/>
              <a:defRPr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efin Sans"/>
              <a:buNone/>
              <a:defRPr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efin Sans"/>
              <a:buNone/>
              <a:defRPr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efin Sans"/>
              <a:buNone/>
              <a:defRPr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efin Sans"/>
              <a:buNone/>
              <a:defRPr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efin Sans"/>
              <a:buNone/>
              <a:defRPr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efin Sans"/>
              <a:buNone/>
              <a:defRPr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endParaRPr/>
          </a:p>
        </p:txBody>
      </p:sp>
      <p:sp>
        <p:nvSpPr>
          <p:cNvPr id="202" name="Google Shape;202;p23"/>
          <p:cNvSpPr txBox="1">
            <a:spLocks noGrp="1"/>
          </p:cNvSpPr>
          <p:nvPr>
            <p:ph type="subTitle" idx="7"/>
          </p:nvPr>
        </p:nvSpPr>
        <p:spPr>
          <a:xfrm>
            <a:off x="4982125" y="4004934"/>
            <a:ext cx="2263500" cy="3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efin Sans"/>
              <a:buNone/>
              <a:defRPr sz="14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efin Sans"/>
              <a:buNone/>
              <a:defRPr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efin Sans"/>
              <a:buNone/>
              <a:defRPr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efin Sans"/>
              <a:buNone/>
              <a:defRPr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efin Sans"/>
              <a:buNone/>
              <a:defRPr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efin Sans"/>
              <a:buNone/>
              <a:defRPr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efin Sans"/>
              <a:buNone/>
              <a:defRPr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efin Sans"/>
              <a:buNone/>
              <a:defRPr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efin Sans"/>
              <a:buNone/>
              <a:defRPr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endParaRPr/>
          </a:p>
        </p:txBody>
      </p:sp>
      <p:sp>
        <p:nvSpPr>
          <p:cNvPr id="203" name="Google Shape;203;p23"/>
          <p:cNvSpPr txBox="1">
            <a:spLocks noGrp="1"/>
          </p:cNvSpPr>
          <p:nvPr>
            <p:ph type="subTitle" idx="8"/>
          </p:nvPr>
        </p:nvSpPr>
        <p:spPr>
          <a:xfrm>
            <a:off x="1898375" y="3438991"/>
            <a:ext cx="22635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Josefin Sans SemiBold"/>
              <a:buNone/>
              <a:defRPr sz="1800">
                <a:solidFill>
                  <a:schemeClr val="accent1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Josefin Sans SemiBold"/>
              <a:buNone/>
              <a:defRPr sz="1800">
                <a:solidFill>
                  <a:schemeClr val="accent1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Josefin Sans SemiBold"/>
              <a:buNone/>
              <a:defRPr sz="1800">
                <a:solidFill>
                  <a:schemeClr val="accent1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Josefin Sans SemiBold"/>
              <a:buNone/>
              <a:defRPr sz="1800">
                <a:solidFill>
                  <a:schemeClr val="accent1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Josefin Sans SemiBold"/>
              <a:buNone/>
              <a:defRPr sz="1800">
                <a:solidFill>
                  <a:schemeClr val="accent1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Josefin Sans SemiBold"/>
              <a:buNone/>
              <a:defRPr sz="1800">
                <a:solidFill>
                  <a:schemeClr val="accent1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Josefin Sans SemiBold"/>
              <a:buNone/>
              <a:defRPr sz="1800">
                <a:solidFill>
                  <a:schemeClr val="accent1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Josefin Sans SemiBold"/>
              <a:buNone/>
              <a:defRPr sz="1800">
                <a:solidFill>
                  <a:schemeClr val="accent1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Josefin Sans SemiBold"/>
              <a:buNone/>
              <a:defRPr sz="1800">
                <a:solidFill>
                  <a:schemeClr val="accent1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defRPr>
            </a:lvl9pPr>
          </a:lstStyle>
          <a:p>
            <a:endParaRPr/>
          </a:p>
        </p:txBody>
      </p:sp>
      <p:sp>
        <p:nvSpPr>
          <p:cNvPr id="204" name="Google Shape;204;p23"/>
          <p:cNvSpPr txBox="1">
            <a:spLocks noGrp="1"/>
          </p:cNvSpPr>
          <p:nvPr>
            <p:ph type="subTitle" idx="9"/>
          </p:nvPr>
        </p:nvSpPr>
        <p:spPr>
          <a:xfrm>
            <a:off x="4982125" y="3438991"/>
            <a:ext cx="22635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Josefin Sans SemiBold"/>
              <a:buNone/>
              <a:defRPr sz="1800">
                <a:solidFill>
                  <a:schemeClr val="accent1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Josefin Sans SemiBold"/>
              <a:buNone/>
              <a:defRPr sz="1800">
                <a:solidFill>
                  <a:schemeClr val="accent1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Josefin Sans SemiBold"/>
              <a:buNone/>
              <a:defRPr sz="1800">
                <a:solidFill>
                  <a:schemeClr val="accent1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Josefin Sans SemiBold"/>
              <a:buNone/>
              <a:defRPr sz="1800">
                <a:solidFill>
                  <a:schemeClr val="accent1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Josefin Sans SemiBold"/>
              <a:buNone/>
              <a:defRPr sz="1800">
                <a:solidFill>
                  <a:schemeClr val="accent1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Josefin Sans SemiBold"/>
              <a:buNone/>
              <a:defRPr sz="1800">
                <a:solidFill>
                  <a:schemeClr val="accent1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Josefin Sans SemiBold"/>
              <a:buNone/>
              <a:defRPr sz="1800">
                <a:solidFill>
                  <a:schemeClr val="accent1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Josefin Sans SemiBold"/>
              <a:buNone/>
              <a:defRPr sz="1800">
                <a:solidFill>
                  <a:schemeClr val="accent1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Josefin Sans SemiBold"/>
              <a:buNone/>
              <a:defRPr sz="1800">
                <a:solidFill>
                  <a:schemeClr val="accent1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defRPr>
            </a:lvl9pPr>
          </a:lstStyle>
          <a:p>
            <a:endParaRPr/>
          </a:p>
        </p:txBody>
      </p:sp>
      <p:sp>
        <p:nvSpPr>
          <p:cNvPr id="205" name="Google Shape;205;p23"/>
          <p:cNvSpPr txBox="1">
            <a:spLocks noGrp="1"/>
          </p:cNvSpPr>
          <p:nvPr>
            <p:ph type="title" idx="13"/>
          </p:nvPr>
        </p:nvSpPr>
        <p:spPr>
          <a:xfrm>
            <a:off x="1470900" y="476534"/>
            <a:ext cx="6202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Font typeface="Josefin Sans"/>
              <a:buNone/>
              <a:defRPr b="1"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cxnSp>
        <p:nvCxnSpPr>
          <p:cNvPr id="206" name="Google Shape;206;p23"/>
          <p:cNvCxnSpPr/>
          <p:nvPr/>
        </p:nvCxnSpPr>
        <p:spPr>
          <a:xfrm>
            <a:off x="6481100" y="4609950"/>
            <a:ext cx="2544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7" name="Google Shape;207;p23"/>
          <p:cNvSpPr txBox="1"/>
          <p:nvPr/>
        </p:nvSpPr>
        <p:spPr>
          <a:xfrm>
            <a:off x="8439900" y="4609950"/>
            <a:ext cx="5853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100" b="1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rPr>
              <a:t>‹#›</a:t>
            </a:fld>
            <a:endParaRPr sz="1100" b="1">
              <a:solidFill>
                <a:schemeClr val="accent1"/>
              </a:solidFill>
              <a:latin typeface="Josefin Sans"/>
              <a:ea typeface="Josefin Sans"/>
              <a:cs typeface="Josefin Sans"/>
              <a:sym typeface="Josefin Sans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_ONLY_1_1"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5"/>
          <p:cNvSpPr txBox="1">
            <a:spLocks noGrp="1"/>
          </p:cNvSpPr>
          <p:nvPr>
            <p:ph type="title"/>
          </p:nvPr>
        </p:nvSpPr>
        <p:spPr>
          <a:xfrm>
            <a:off x="713225" y="476525"/>
            <a:ext cx="6960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Font typeface="Josefin Sans"/>
              <a:buNone/>
              <a:defRPr b="1"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cxnSp>
        <p:nvCxnSpPr>
          <p:cNvPr id="229" name="Google Shape;229;p25"/>
          <p:cNvCxnSpPr/>
          <p:nvPr/>
        </p:nvCxnSpPr>
        <p:spPr>
          <a:xfrm>
            <a:off x="6481100" y="4609950"/>
            <a:ext cx="2544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0" name="Google Shape;230;p25"/>
          <p:cNvSpPr txBox="1"/>
          <p:nvPr/>
        </p:nvSpPr>
        <p:spPr>
          <a:xfrm>
            <a:off x="8439900" y="4609950"/>
            <a:ext cx="5853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100" b="1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rPr>
              <a:t>‹#›</a:t>
            </a:fld>
            <a:endParaRPr sz="1100" b="1">
              <a:solidFill>
                <a:schemeClr val="accent1"/>
              </a:solidFill>
              <a:latin typeface="Josefin Sans"/>
              <a:ea typeface="Josefin Sans"/>
              <a:cs typeface="Josefin Sans"/>
              <a:sym typeface="Josefin Sans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3_1"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6"/>
          <p:cNvSpPr txBox="1">
            <a:spLocks noGrp="1"/>
          </p:cNvSpPr>
          <p:nvPr>
            <p:ph type="title"/>
          </p:nvPr>
        </p:nvSpPr>
        <p:spPr>
          <a:xfrm>
            <a:off x="146725" y="4789139"/>
            <a:ext cx="3027300" cy="2292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800"/>
              <a:buFont typeface="Josefin Sans"/>
              <a:buNone/>
              <a:defRPr sz="800" b="1"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33" name="Google Shape;233;p26"/>
          <p:cNvSpPr txBox="1">
            <a:spLocks noGrp="1"/>
          </p:cNvSpPr>
          <p:nvPr>
            <p:ph type="title" idx="2" hasCustomPrompt="1"/>
          </p:nvPr>
        </p:nvSpPr>
        <p:spPr>
          <a:xfrm>
            <a:off x="146725" y="4719850"/>
            <a:ext cx="1689000" cy="1605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00"/>
              <a:buFont typeface="Josefin Sans"/>
              <a:buNone/>
              <a:defRPr sz="1900" b="1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D0000"/>
              </a:buClr>
              <a:buSzPts val="4000"/>
              <a:buFont typeface="Josefin Sans"/>
              <a:buNone/>
              <a:defRPr sz="4000" b="1">
                <a:solidFill>
                  <a:srgbClr val="FD0000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D0000"/>
              </a:buClr>
              <a:buSzPts val="4000"/>
              <a:buFont typeface="Josefin Sans"/>
              <a:buNone/>
              <a:defRPr sz="4000" b="1">
                <a:solidFill>
                  <a:srgbClr val="FD0000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D0000"/>
              </a:buClr>
              <a:buSzPts val="4000"/>
              <a:buFont typeface="Josefin Sans"/>
              <a:buNone/>
              <a:defRPr sz="4000" b="1">
                <a:solidFill>
                  <a:srgbClr val="FD0000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D0000"/>
              </a:buClr>
              <a:buSzPts val="4000"/>
              <a:buFont typeface="Josefin Sans"/>
              <a:buNone/>
              <a:defRPr sz="4000" b="1">
                <a:solidFill>
                  <a:srgbClr val="FD0000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D0000"/>
              </a:buClr>
              <a:buSzPts val="4000"/>
              <a:buFont typeface="Josefin Sans"/>
              <a:buNone/>
              <a:defRPr sz="4000" b="1">
                <a:solidFill>
                  <a:srgbClr val="FD0000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D0000"/>
              </a:buClr>
              <a:buSzPts val="4000"/>
              <a:buFont typeface="Josefin Sans"/>
              <a:buNone/>
              <a:defRPr sz="4000" b="1">
                <a:solidFill>
                  <a:srgbClr val="FD0000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D0000"/>
              </a:buClr>
              <a:buSzPts val="4000"/>
              <a:buFont typeface="Josefin Sans"/>
              <a:buNone/>
              <a:defRPr sz="4000" b="1">
                <a:solidFill>
                  <a:srgbClr val="FD0000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D0000"/>
              </a:buClr>
              <a:buSzPts val="4000"/>
              <a:buFont typeface="Josefin Sans"/>
              <a:buNone/>
              <a:defRPr sz="4000" b="1">
                <a:solidFill>
                  <a:srgbClr val="FD0000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t>xx%</a:t>
            </a:r>
          </a:p>
        </p:txBody>
      </p:sp>
      <p:cxnSp>
        <p:nvCxnSpPr>
          <p:cNvPr id="234" name="Google Shape;234;p26"/>
          <p:cNvCxnSpPr/>
          <p:nvPr/>
        </p:nvCxnSpPr>
        <p:spPr>
          <a:xfrm rot="10800000">
            <a:off x="241206" y="4608973"/>
            <a:ext cx="12096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5" name="Google Shape;235;p26"/>
          <p:cNvSpPr txBox="1">
            <a:spLocks noGrp="1"/>
          </p:cNvSpPr>
          <p:nvPr>
            <p:ph type="title" idx="3"/>
          </p:nvPr>
        </p:nvSpPr>
        <p:spPr>
          <a:xfrm>
            <a:off x="713225" y="476525"/>
            <a:ext cx="6960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Font typeface="Josefin Sans"/>
              <a:buNone/>
              <a:defRPr b="1"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cxnSp>
        <p:nvCxnSpPr>
          <p:cNvPr id="236" name="Google Shape;236;p26"/>
          <p:cNvCxnSpPr/>
          <p:nvPr/>
        </p:nvCxnSpPr>
        <p:spPr>
          <a:xfrm>
            <a:off x="6481100" y="4609950"/>
            <a:ext cx="2544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7" name="Google Shape;237;p26"/>
          <p:cNvSpPr txBox="1"/>
          <p:nvPr/>
        </p:nvSpPr>
        <p:spPr>
          <a:xfrm>
            <a:off x="8439900" y="4609950"/>
            <a:ext cx="5853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100" b="1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rPr>
              <a:t>‹#›</a:t>
            </a:fld>
            <a:endParaRPr sz="1100" b="1">
              <a:solidFill>
                <a:schemeClr val="accent1"/>
              </a:solidFill>
              <a:latin typeface="Josefin Sans"/>
              <a:ea typeface="Josefin Sans"/>
              <a:cs typeface="Josefin Sans"/>
              <a:sym typeface="Josefin Sans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1">
  <p:cSld name="BIG_NUMBER_1"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7"/>
          <p:cNvSpPr txBox="1">
            <a:spLocks noGrp="1"/>
          </p:cNvSpPr>
          <p:nvPr>
            <p:ph type="title"/>
          </p:nvPr>
        </p:nvSpPr>
        <p:spPr>
          <a:xfrm>
            <a:off x="146725" y="4789139"/>
            <a:ext cx="3027300" cy="2292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800"/>
              <a:buFont typeface="Josefin Sans"/>
              <a:buNone/>
              <a:defRPr sz="800" b="1"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40" name="Google Shape;240;p27"/>
          <p:cNvSpPr txBox="1">
            <a:spLocks noGrp="1"/>
          </p:cNvSpPr>
          <p:nvPr>
            <p:ph type="title" idx="2" hasCustomPrompt="1"/>
          </p:nvPr>
        </p:nvSpPr>
        <p:spPr>
          <a:xfrm>
            <a:off x="146725" y="4719850"/>
            <a:ext cx="1689000" cy="1605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00"/>
              <a:buFont typeface="Josefin Sans"/>
              <a:buNone/>
              <a:defRPr sz="1900" b="1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D0000"/>
              </a:buClr>
              <a:buSzPts val="4000"/>
              <a:buFont typeface="Josefin Sans"/>
              <a:buNone/>
              <a:defRPr sz="4000" b="1">
                <a:solidFill>
                  <a:srgbClr val="FD0000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D0000"/>
              </a:buClr>
              <a:buSzPts val="4000"/>
              <a:buFont typeface="Josefin Sans"/>
              <a:buNone/>
              <a:defRPr sz="4000" b="1">
                <a:solidFill>
                  <a:srgbClr val="FD0000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D0000"/>
              </a:buClr>
              <a:buSzPts val="4000"/>
              <a:buFont typeface="Josefin Sans"/>
              <a:buNone/>
              <a:defRPr sz="4000" b="1">
                <a:solidFill>
                  <a:srgbClr val="FD0000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D0000"/>
              </a:buClr>
              <a:buSzPts val="4000"/>
              <a:buFont typeface="Josefin Sans"/>
              <a:buNone/>
              <a:defRPr sz="4000" b="1">
                <a:solidFill>
                  <a:srgbClr val="FD0000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D0000"/>
              </a:buClr>
              <a:buSzPts val="4000"/>
              <a:buFont typeface="Josefin Sans"/>
              <a:buNone/>
              <a:defRPr sz="4000" b="1">
                <a:solidFill>
                  <a:srgbClr val="FD0000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D0000"/>
              </a:buClr>
              <a:buSzPts val="4000"/>
              <a:buFont typeface="Josefin Sans"/>
              <a:buNone/>
              <a:defRPr sz="4000" b="1">
                <a:solidFill>
                  <a:srgbClr val="FD0000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D0000"/>
              </a:buClr>
              <a:buSzPts val="4000"/>
              <a:buFont typeface="Josefin Sans"/>
              <a:buNone/>
              <a:defRPr sz="4000" b="1">
                <a:solidFill>
                  <a:srgbClr val="FD0000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D0000"/>
              </a:buClr>
              <a:buSzPts val="4000"/>
              <a:buFont typeface="Josefin Sans"/>
              <a:buNone/>
              <a:defRPr sz="4000" b="1">
                <a:solidFill>
                  <a:srgbClr val="FD0000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t>xx%</a:t>
            </a:r>
          </a:p>
        </p:txBody>
      </p:sp>
      <p:cxnSp>
        <p:nvCxnSpPr>
          <p:cNvPr id="241" name="Google Shape;241;p27"/>
          <p:cNvCxnSpPr/>
          <p:nvPr/>
        </p:nvCxnSpPr>
        <p:spPr>
          <a:xfrm rot="10800000">
            <a:off x="241206" y="4608973"/>
            <a:ext cx="12096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2" name="Google Shape;242;p27"/>
          <p:cNvSpPr txBox="1">
            <a:spLocks noGrp="1"/>
          </p:cNvSpPr>
          <p:nvPr>
            <p:ph type="subTitle" idx="1"/>
          </p:nvPr>
        </p:nvSpPr>
        <p:spPr>
          <a:xfrm>
            <a:off x="3174025" y="1409075"/>
            <a:ext cx="5140500" cy="27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efin Sans"/>
              <a:buNone/>
              <a:defRPr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  <p:sp>
        <p:nvSpPr>
          <p:cNvPr id="243" name="Google Shape;243;p27"/>
          <p:cNvSpPr txBox="1">
            <a:spLocks noGrp="1"/>
          </p:cNvSpPr>
          <p:nvPr>
            <p:ph type="title" idx="3" hasCustomPrompt="1"/>
          </p:nvPr>
        </p:nvSpPr>
        <p:spPr>
          <a:xfrm>
            <a:off x="3174025" y="807825"/>
            <a:ext cx="4758000" cy="577800"/>
          </a:xfrm>
          <a:prstGeom prst="rect">
            <a:avLst/>
          </a:prstGeom>
          <a:noFill/>
        </p:spPr>
        <p:txBody>
          <a:bodyPr spcFirstLastPara="1" wrap="square" lIns="91425" tIns="0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Fira Sans Extra Condensed Medium"/>
              <a:buNone/>
              <a:defRPr sz="48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Fira Sans Extra Condensed Medium"/>
              <a:buNone/>
              <a:defRPr sz="48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Fira Sans Extra Condensed Medium"/>
              <a:buNone/>
              <a:defRPr sz="48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Fira Sans Extra Condensed Medium"/>
              <a:buNone/>
              <a:defRPr sz="48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Fira Sans Extra Condensed Medium"/>
              <a:buNone/>
              <a:defRPr sz="48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Fira Sans Extra Condensed Medium"/>
              <a:buNone/>
              <a:defRPr sz="48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Fira Sans Extra Condensed Medium"/>
              <a:buNone/>
              <a:defRPr sz="48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Fira Sans Extra Condensed Medium"/>
              <a:buNone/>
              <a:defRPr sz="48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244" name="Google Shape;244;p27"/>
          <p:cNvSpPr txBox="1">
            <a:spLocks noGrp="1"/>
          </p:cNvSpPr>
          <p:nvPr>
            <p:ph type="subTitle" idx="4"/>
          </p:nvPr>
        </p:nvSpPr>
        <p:spPr>
          <a:xfrm>
            <a:off x="3174025" y="2757025"/>
            <a:ext cx="5140500" cy="27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efin Sans"/>
              <a:buNone/>
              <a:defRPr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  <p:sp>
        <p:nvSpPr>
          <p:cNvPr id="245" name="Google Shape;245;p27"/>
          <p:cNvSpPr txBox="1">
            <a:spLocks noGrp="1"/>
          </p:cNvSpPr>
          <p:nvPr>
            <p:ph type="title" idx="5" hasCustomPrompt="1"/>
          </p:nvPr>
        </p:nvSpPr>
        <p:spPr>
          <a:xfrm>
            <a:off x="3174025" y="2155775"/>
            <a:ext cx="4758000" cy="577800"/>
          </a:xfrm>
          <a:prstGeom prst="rect">
            <a:avLst/>
          </a:prstGeom>
          <a:noFill/>
        </p:spPr>
        <p:txBody>
          <a:bodyPr spcFirstLastPara="1" wrap="square" lIns="91425" tIns="0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Fira Sans Extra Condensed Medium"/>
              <a:buNone/>
              <a:defRPr sz="48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Fira Sans Extra Condensed Medium"/>
              <a:buNone/>
              <a:defRPr sz="48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Fira Sans Extra Condensed Medium"/>
              <a:buNone/>
              <a:defRPr sz="48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Fira Sans Extra Condensed Medium"/>
              <a:buNone/>
              <a:defRPr sz="48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Fira Sans Extra Condensed Medium"/>
              <a:buNone/>
              <a:defRPr sz="48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Fira Sans Extra Condensed Medium"/>
              <a:buNone/>
              <a:defRPr sz="48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Fira Sans Extra Condensed Medium"/>
              <a:buNone/>
              <a:defRPr sz="48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Fira Sans Extra Condensed Medium"/>
              <a:buNone/>
              <a:defRPr sz="48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246" name="Google Shape;246;p27"/>
          <p:cNvSpPr txBox="1">
            <a:spLocks noGrp="1"/>
          </p:cNvSpPr>
          <p:nvPr>
            <p:ph type="subTitle" idx="6"/>
          </p:nvPr>
        </p:nvSpPr>
        <p:spPr>
          <a:xfrm>
            <a:off x="3174025" y="4104975"/>
            <a:ext cx="5140500" cy="32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efin Sans"/>
              <a:buNone/>
              <a:defRPr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  <p:sp>
        <p:nvSpPr>
          <p:cNvPr id="247" name="Google Shape;247;p27"/>
          <p:cNvSpPr txBox="1">
            <a:spLocks noGrp="1"/>
          </p:cNvSpPr>
          <p:nvPr>
            <p:ph type="title" idx="7" hasCustomPrompt="1"/>
          </p:nvPr>
        </p:nvSpPr>
        <p:spPr>
          <a:xfrm>
            <a:off x="3174025" y="3503725"/>
            <a:ext cx="4758000" cy="577800"/>
          </a:xfrm>
          <a:prstGeom prst="rect">
            <a:avLst/>
          </a:prstGeom>
          <a:noFill/>
        </p:spPr>
        <p:txBody>
          <a:bodyPr spcFirstLastPara="1" wrap="square" lIns="91425" tIns="0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Fira Sans Extra Condensed Medium"/>
              <a:buNone/>
              <a:defRPr sz="48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Fira Sans Extra Condensed Medium"/>
              <a:buNone/>
              <a:defRPr sz="48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Fira Sans Extra Condensed Medium"/>
              <a:buNone/>
              <a:defRPr sz="48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Fira Sans Extra Condensed Medium"/>
              <a:buNone/>
              <a:defRPr sz="48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Fira Sans Extra Condensed Medium"/>
              <a:buNone/>
              <a:defRPr sz="48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Fira Sans Extra Condensed Medium"/>
              <a:buNone/>
              <a:defRPr sz="48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Fira Sans Extra Condensed Medium"/>
              <a:buNone/>
              <a:defRPr sz="48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Font typeface="Fira Sans Extra Condensed Medium"/>
              <a:buNone/>
              <a:defRPr sz="48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cxnSp>
        <p:nvCxnSpPr>
          <p:cNvPr id="248" name="Google Shape;248;p27"/>
          <p:cNvCxnSpPr/>
          <p:nvPr/>
        </p:nvCxnSpPr>
        <p:spPr>
          <a:xfrm>
            <a:off x="6481100" y="4609950"/>
            <a:ext cx="2544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9" name="Google Shape;249;p27"/>
          <p:cNvSpPr txBox="1"/>
          <p:nvPr/>
        </p:nvSpPr>
        <p:spPr>
          <a:xfrm>
            <a:off x="8439900" y="4609950"/>
            <a:ext cx="5853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100" b="1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rPr>
              <a:t>‹#›</a:t>
            </a:fld>
            <a:endParaRPr sz="1100" b="1">
              <a:solidFill>
                <a:schemeClr val="accent1"/>
              </a:solidFill>
              <a:latin typeface="Josefin Sans"/>
              <a:ea typeface="Josefin Sans"/>
              <a:cs typeface="Josefin Sans"/>
              <a:sym typeface="Josefin Sans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6_1"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9"/>
          <p:cNvSpPr txBox="1">
            <a:spLocks noGrp="1"/>
          </p:cNvSpPr>
          <p:nvPr>
            <p:ph type="subTitle" idx="1"/>
          </p:nvPr>
        </p:nvSpPr>
        <p:spPr>
          <a:xfrm>
            <a:off x="5169475" y="1633875"/>
            <a:ext cx="3027300" cy="47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Josefin Sans"/>
              <a:buNone/>
              <a:defRPr sz="16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efin Sans"/>
              <a:buNone/>
              <a:defRPr sz="16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efin Sans"/>
              <a:buNone/>
              <a:defRPr sz="16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efin Sans"/>
              <a:buNone/>
              <a:defRPr sz="16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efin Sans"/>
              <a:buNone/>
              <a:defRPr sz="16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efin Sans"/>
              <a:buNone/>
              <a:defRPr sz="16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efin Sans"/>
              <a:buNone/>
              <a:defRPr sz="16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efin Sans"/>
              <a:buNone/>
              <a:defRPr sz="16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efin Sans"/>
              <a:buNone/>
              <a:defRPr sz="16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endParaRPr/>
          </a:p>
        </p:txBody>
      </p:sp>
      <p:sp>
        <p:nvSpPr>
          <p:cNvPr id="261" name="Google Shape;261;p29"/>
          <p:cNvSpPr txBox="1">
            <a:spLocks noGrp="1"/>
          </p:cNvSpPr>
          <p:nvPr>
            <p:ph type="subTitle" idx="2"/>
          </p:nvPr>
        </p:nvSpPr>
        <p:spPr>
          <a:xfrm>
            <a:off x="5169475" y="1011675"/>
            <a:ext cx="26622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Josefin Sans"/>
              <a:buNone/>
              <a:defRPr sz="2800" b="1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Josefin Sans SemiBold"/>
              <a:buNone/>
              <a:defRPr sz="1800">
                <a:solidFill>
                  <a:schemeClr val="accent1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Josefin Sans SemiBold"/>
              <a:buNone/>
              <a:defRPr sz="1800">
                <a:solidFill>
                  <a:schemeClr val="accent1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Josefin Sans SemiBold"/>
              <a:buNone/>
              <a:defRPr sz="1800">
                <a:solidFill>
                  <a:schemeClr val="accent1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Josefin Sans SemiBold"/>
              <a:buNone/>
              <a:defRPr sz="1800">
                <a:solidFill>
                  <a:schemeClr val="accent1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Josefin Sans SemiBold"/>
              <a:buNone/>
              <a:defRPr sz="1800">
                <a:solidFill>
                  <a:schemeClr val="accent1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Josefin Sans SemiBold"/>
              <a:buNone/>
              <a:defRPr sz="1800">
                <a:solidFill>
                  <a:schemeClr val="accent1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Josefin Sans SemiBold"/>
              <a:buNone/>
              <a:defRPr sz="1800">
                <a:solidFill>
                  <a:schemeClr val="accent1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Josefin Sans SemiBold"/>
              <a:buNone/>
              <a:defRPr sz="1800">
                <a:solidFill>
                  <a:schemeClr val="accent1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defRPr>
            </a:lvl9pPr>
          </a:lstStyle>
          <a:p>
            <a:endParaRPr/>
          </a:p>
        </p:txBody>
      </p:sp>
      <p:sp>
        <p:nvSpPr>
          <p:cNvPr id="262" name="Google Shape;262;p29"/>
          <p:cNvSpPr txBox="1">
            <a:spLocks noGrp="1"/>
          </p:cNvSpPr>
          <p:nvPr>
            <p:ph type="title"/>
          </p:nvPr>
        </p:nvSpPr>
        <p:spPr>
          <a:xfrm>
            <a:off x="146725" y="4789139"/>
            <a:ext cx="3027300" cy="2292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800"/>
              <a:buFont typeface="Josefin Sans"/>
              <a:buNone/>
              <a:defRPr sz="800" b="1"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63" name="Google Shape;263;p29"/>
          <p:cNvSpPr txBox="1">
            <a:spLocks noGrp="1"/>
          </p:cNvSpPr>
          <p:nvPr>
            <p:ph type="title" idx="3" hasCustomPrompt="1"/>
          </p:nvPr>
        </p:nvSpPr>
        <p:spPr>
          <a:xfrm>
            <a:off x="146725" y="4719850"/>
            <a:ext cx="1689000" cy="1605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00"/>
              <a:buFont typeface="Josefin Sans"/>
              <a:buNone/>
              <a:defRPr sz="1900" b="1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D0000"/>
              </a:buClr>
              <a:buSzPts val="4000"/>
              <a:buFont typeface="Josefin Sans"/>
              <a:buNone/>
              <a:defRPr sz="4000" b="1">
                <a:solidFill>
                  <a:srgbClr val="FD0000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D0000"/>
              </a:buClr>
              <a:buSzPts val="4000"/>
              <a:buFont typeface="Josefin Sans"/>
              <a:buNone/>
              <a:defRPr sz="4000" b="1">
                <a:solidFill>
                  <a:srgbClr val="FD0000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D0000"/>
              </a:buClr>
              <a:buSzPts val="4000"/>
              <a:buFont typeface="Josefin Sans"/>
              <a:buNone/>
              <a:defRPr sz="4000" b="1">
                <a:solidFill>
                  <a:srgbClr val="FD0000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D0000"/>
              </a:buClr>
              <a:buSzPts val="4000"/>
              <a:buFont typeface="Josefin Sans"/>
              <a:buNone/>
              <a:defRPr sz="4000" b="1">
                <a:solidFill>
                  <a:srgbClr val="FD0000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D0000"/>
              </a:buClr>
              <a:buSzPts val="4000"/>
              <a:buFont typeface="Josefin Sans"/>
              <a:buNone/>
              <a:defRPr sz="4000" b="1">
                <a:solidFill>
                  <a:srgbClr val="FD0000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D0000"/>
              </a:buClr>
              <a:buSzPts val="4000"/>
              <a:buFont typeface="Josefin Sans"/>
              <a:buNone/>
              <a:defRPr sz="4000" b="1">
                <a:solidFill>
                  <a:srgbClr val="FD0000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D0000"/>
              </a:buClr>
              <a:buSzPts val="4000"/>
              <a:buFont typeface="Josefin Sans"/>
              <a:buNone/>
              <a:defRPr sz="4000" b="1">
                <a:solidFill>
                  <a:srgbClr val="FD0000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D0000"/>
              </a:buClr>
              <a:buSzPts val="4000"/>
              <a:buFont typeface="Josefin Sans"/>
              <a:buNone/>
              <a:defRPr sz="4000" b="1">
                <a:solidFill>
                  <a:srgbClr val="FD0000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t>xx%</a:t>
            </a:r>
          </a:p>
        </p:txBody>
      </p:sp>
      <p:cxnSp>
        <p:nvCxnSpPr>
          <p:cNvPr id="264" name="Google Shape;264;p29"/>
          <p:cNvCxnSpPr/>
          <p:nvPr/>
        </p:nvCxnSpPr>
        <p:spPr>
          <a:xfrm rot="10800000">
            <a:off x="241206" y="4608973"/>
            <a:ext cx="12096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65" name="Google Shape;265;p29"/>
          <p:cNvSpPr txBox="1">
            <a:spLocks noGrp="1"/>
          </p:cNvSpPr>
          <p:nvPr>
            <p:ph type="subTitle" idx="4"/>
          </p:nvPr>
        </p:nvSpPr>
        <p:spPr>
          <a:xfrm>
            <a:off x="5169475" y="2717100"/>
            <a:ext cx="3027300" cy="114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efin Sans"/>
              <a:buNone/>
              <a:defRPr sz="14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efin Sans"/>
              <a:buNone/>
              <a:defRPr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efin Sans"/>
              <a:buNone/>
              <a:defRPr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efin Sans"/>
              <a:buNone/>
              <a:defRPr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efin Sans"/>
              <a:buNone/>
              <a:defRPr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efin Sans"/>
              <a:buNone/>
              <a:defRPr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efin Sans"/>
              <a:buNone/>
              <a:defRPr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efin Sans"/>
              <a:buNone/>
              <a:defRPr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efin Sans"/>
              <a:buNone/>
              <a:defRPr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endParaRPr/>
          </a:p>
        </p:txBody>
      </p:sp>
      <p:cxnSp>
        <p:nvCxnSpPr>
          <p:cNvPr id="266" name="Google Shape;266;p29"/>
          <p:cNvCxnSpPr/>
          <p:nvPr/>
        </p:nvCxnSpPr>
        <p:spPr>
          <a:xfrm>
            <a:off x="6481100" y="4609950"/>
            <a:ext cx="2544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67" name="Google Shape;267;p29"/>
          <p:cNvSpPr txBox="1"/>
          <p:nvPr/>
        </p:nvSpPr>
        <p:spPr>
          <a:xfrm>
            <a:off x="8439900" y="4609950"/>
            <a:ext cx="5853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100" b="1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rPr>
              <a:t>‹#›</a:t>
            </a:fld>
            <a:endParaRPr sz="1100" b="1">
              <a:solidFill>
                <a:schemeClr val="accent1"/>
              </a:solidFill>
              <a:latin typeface="Josefin Sans"/>
              <a:ea typeface="Josefin Sans"/>
              <a:cs typeface="Josefin Sans"/>
              <a:sym typeface="Josefin Sans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TITLE_ONLY_1_1_1"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30"/>
          <p:cNvSpPr txBox="1">
            <a:spLocks noGrp="1"/>
          </p:cNvSpPr>
          <p:nvPr>
            <p:ph type="subTitle" idx="1"/>
          </p:nvPr>
        </p:nvSpPr>
        <p:spPr>
          <a:xfrm>
            <a:off x="6017775" y="2566200"/>
            <a:ext cx="2422200" cy="1055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efin Sans"/>
              <a:buNone/>
              <a:defRPr>
                <a:solidFill>
                  <a:schemeClr val="dk1"/>
                </a:solidFill>
                <a:latin typeface="Josefin Sans Medium"/>
                <a:ea typeface="Josefin Sans Medium"/>
                <a:cs typeface="Josefin Sans Medium"/>
                <a:sym typeface="Josefin Sans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0" name="Google Shape;270;p30"/>
          <p:cNvSpPr txBox="1">
            <a:spLocks noGrp="1"/>
          </p:cNvSpPr>
          <p:nvPr>
            <p:ph type="title"/>
          </p:nvPr>
        </p:nvSpPr>
        <p:spPr>
          <a:xfrm>
            <a:off x="915200" y="752095"/>
            <a:ext cx="2810100" cy="67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Font typeface="Josefin Sans"/>
              <a:buNone/>
              <a:defRPr b="1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cxnSp>
        <p:nvCxnSpPr>
          <p:cNvPr id="271" name="Google Shape;271;p30"/>
          <p:cNvCxnSpPr/>
          <p:nvPr/>
        </p:nvCxnSpPr>
        <p:spPr>
          <a:xfrm>
            <a:off x="6481100" y="4609950"/>
            <a:ext cx="2544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2" name="Google Shape;272;p30"/>
          <p:cNvSpPr txBox="1"/>
          <p:nvPr/>
        </p:nvSpPr>
        <p:spPr>
          <a:xfrm>
            <a:off x="8439900" y="4609950"/>
            <a:ext cx="5853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100" b="1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rPr>
              <a:t>‹#›</a:t>
            </a:fld>
            <a:endParaRPr sz="1100" b="1">
              <a:solidFill>
                <a:schemeClr val="accent1"/>
              </a:solidFill>
              <a:latin typeface="Josefin Sans"/>
              <a:ea typeface="Josefin Sans"/>
              <a:cs typeface="Josefin Sans"/>
              <a:sym typeface="Josefin Sans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6">
  <p:cSld name="TITLE_ONLY_1_1_1_1"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1"/>
          <p:cNvSpPr txBox="1">
            <a:spLocks noGrp="1"/>
          </p:cNvSpPr>
          <p:nvPr>
            <p:ph type="title"/>
          </p:nvPr>
        </p:nvSpPr>
        <p:spPr>
          <a:xfrm>
            <a:off x="915200" y="752095"/>
            <a:ext cx="2810100" cy="67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Font typeface="Josefin Sans"/>
              <a:buNone/>
              <a:defRPr b="1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5" name="Google Shape;275;p31"/>
          <p:cNvSpPr txBox="1">
            <a:spLocks noGrp="1"/>
          </p:cNvSpPr>
          <p:nvPr>
            <p:ph type="subTitle" idx="1"/>
          </p:nvPr>
        </p:nvSpPr>
        <p:spPr>
          <a:xfrm>
            <a:off x="3129400" y="2566200"/>
            <a:ext cx="2422200" cy="1055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efin Sans"/>
              <a:buNone/>
              <a:defRPr>
                <a:solidFill>
                  <a:schemeClr val="dk1"/>
                </a:solidFill>
                <a:latin typeface="Josefin Sans Medium"/>
                <a:ea typeface="Josefin Sans Medium"/>
                <a:cs typeface="Josefin Sans Medium"/>
                <a:sym typeface="Josefin Sans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276" name="Google Shape;276;p31"/>
          <p:cNvCxnSpPr/>
          <p:nvPr/>
        </p:nvCxnSpPr>
        <p:spPr>
          <a:xfrm>
            <a:off x="6481100" y="4609950"/>
            <a:ext cx="2544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7" name="Google Shape;277;p31"/>
          <p:cNvSpPr txBox="1"/>
          <p:nvPr/>
        </p:nvSpPr>
        <p:spPr>
          <a:xfrm>
            <a:off x="8439900" y="4609950"/>
            <a:ext cx="5853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100" b="1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rPr>
              <a:t>‹#›</a:t>
            </a:fld>
            <a:endParaRPr sz="1100" b="1">
              <a:solidFill>
                <a:schemeClr val="accent1"/>
              </a:solidFill>
              <a:latin typeface="Josefin Sans"/>
              <a:ea typeface="Josefin Sans"/>
              <a:cs typeface="Josefin Sans"/>
              <a:sym typeface="Josefin Sans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5">
  <p:cSld name="TITLE_ONLY_1_2_1"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3"/>
          <p:cNvSpPr txBox="1">
            <a:spLocks noGrp="1"/>
          </p:cNvSpPr>
          <p:nvPr>
            <p:ph type="title"/>
          </p:nvPr>
        </p:nvSpPr>
        <p:spPr>
          <a:xfrm>
            <a:off x="146725" y="4789139"/>
            <a:ext cx="3027300" cy="2292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800"/>
              <a:buFont typeface="Josefin Sans"/>
              <a:buNone/>
              <a:defRPr sz="800" b="1"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86" name="Google Shape;286;p33"/>
          <p:cNvSpPr txBox="1">
            <a:spLocks noGrp="1"/>
          </p:cNvSpPr>
          <p:nvPr>
            <p:ph type="title" idx="2" hasCustomPrompt="1"/>
          </p:nvPr>
        </p:nvSpPr>
        <p:spPr>
          <a:xfrm>
            <a:off x="146725" y="4719850"/>
            <a:ext cx="1689000" cy="1605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00"/>
              <a:buFont typeface="Josefin Sans"/>
              <a:buNone/>
              <a:defRPr sz="1900" b="1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D0000"/>
              </a:buClr>
              <a:buSzPts val="4000"/>
              <a:buFont typeface="Josefin Sans"/>
              <a:buNone/>
              <a:defRPr sz="4000" b="1">
                <a:solidFill>
                  <a:srgbClr val="FD0000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D0000"/>
              </a:buClr>
              <a:buSzPts val="4000"/>
              <a:buFont typeface="Josefin Sans"/>
              <a:buNone/>
              <a:defRPr sz="4000" b="1">
                <a:solidFill>
                  <a:srgbClr val="FD0000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D0000"/>
              </a:buClr>
              <a:buSzPts val="4000"/>
              <a:buFont typeface="Josefin Sans"/>
              <a:buNone/>
              <a:defRPr sz="4000" b="1">
                <a:solidFill>
                  <a:srgbClr val="FD0000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D0000"/>
              </a:buClr>
              <a:buSzPts val="4000"/>
              <a:buFont typeface="Josefin Sans"/>
              <a:buNone/>
              <a:defRPr sz="4000" b="1">
                <a:solidFill>
                  <a:srgbClr val="FD0000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D0000"/>
              </a:buClr>
              <a:buSzPts val="4000"/>
              <a:buFont typeface="Josefin Sans"/>
              <a:buNone/>
              <a:defRPr sz="4000" b="1">
                <a:solidFill>
                  <a:srgbClr val="FD0000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D0000"/>
              </a:buClr>
              <a:buSzPts val="4000"/>
              <a:buFont typeface="Josefin Sans"/>
              <a:buNone/>
              <a:defRPr sz="4000" b="1">
                <a:solidFill>
                  <a:srgbClr val="FD0000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D0000"/>
              </a:buClr>
              <a:buSzPts val="4000"/>
              <a:buFont typeface="Josefin Sans"/>
              <a:buNone/>
              <a:defRPr sz="4000" b="1">
                <a:solidFill>
                  <a:srgbClr val="FD0000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D0000"/>
              </a:buClr>
              <a:buSzPts val="4000"/>
              <a:buFont typeface="Josefin Sans"/>
              <a:buNone/>
              <a:defRPr sz="4000" b="1">
                <a:solidFill>
                  <a:srgbClr val="FD0000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t>xx%</a:t>
            </a:r>
          </a:p>
        </p:txBody>
      </p:sp>
      <p:cxnSp>
        <p:nvCxnSpPr>
          <p:cNvPr id="287" name="Google Shape;287;p33"/>
          <p:cNvCxnSpPr/>
          <p:nvPr/>
        </p:nvCxnSpPr>
        <p:spPr>
          <a:xfrm rot="10800000">
            <a:off x="241206" y="4608973"/>
            <a:ext cx="12096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88" name="Google Shape;288;p33"/>
          <p:cNvSpPr txBox="1">
            <a:spLocks noGrp="1"/>
          </p:cNvSpPr>
          <p:nvPr>
            <p:ph type="subTitle" idx="1"/>
          </p:nvPr>
        </p:nvSpPr>
        <p:spPr>
          <a:xfrm>
            <a:off x="3241650" y="2094288"/>
            <a:ext cx="4125600" cy="1587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182875" rIns="91425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efin Sans Light"/>
              <a:buChar char="●"/>
              <a:defRPr sz="16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89" name="Google Shape;289;p33"/>
          <p:cNvSpPr txBox="1">
            <a:spLocks noGrp="1"/>
          </p:cNvSpPr>
          <p:nvPr>
            <p:ph type="title" idx="3"/>
          </p:nvPr>
        </p:nvSpPr>
        <p:spPr>
          <a:xfrm>
            <a:off x="713225" y="476525"/>
            <a:ext cx="6960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Font typeface="Josefin Sans"/>
              <a:buNone/>
              <a:defRPr b="1"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cxnSp>
        <p:nvCxnSpPr>
          <p:cNvPr id="290" name="Google Shape;290;p33"/>
          <p:cNvCxnSpPr/>
          <p:nvPr/>
        </p:nvCxnSpPr>
        <p:spPr>
          <a:xfrm>
            <a:off x="6481100" y="4609950"/>
            <a:ext cx="2544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91" name="Google Shape;291;p33"/>
          <p:cNvSpPr txBox="1"/>
          <p:nvPr/>
        </p:nvSpPr>
        <p:spPr>
          <a:xfrm>
            <a:off x="8439900" y="4609950"/>
            <a:ext cx="5853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100" b="1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rPr>
              <a:t>‹#›</a:t>
            </a:fld>
            <a:endParaRPr sz="1100" b="1">
              <a:solidFill>
                <a:schemeClr val="accent1"/>
              </a:solidFill>
              <a:latin typeface="Josefin Sans"/>
              <a:ea typeface="Josefin Sans"/>
              <a:cs typeface="Josefin Sans"/>
              <a:sym typeface="Josefin Sans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7">
  <p:cSld name="CUSTOM_7_1"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34"/>
          <p:cNvSpPr txBox="1">
            <a:spLocks noGrp="1"/>
          </p:cNvSpPr>
          <p:nvPr>
            <p:ph type="subTitle" idx="1"/>
          </p:nvPr>
        </p:nvSpPr>
        <p:spPr>
          <a:xfrm>
            <a:off x="1018525" y="1457300"/>
            <a:ext cx="6834600" cy="24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13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94" name="Google Shape;294;p34"/>
          <p:cNvSpPr txBox="1">
            <a:spLocks noGrp="1"/>
          </p:cNvSpPr>
          <p:nvPr>
            <p:ph type="title"/>
          </p:nvPr>
        </p:nvSpPr>
        <p:spPr>
          <a:xfrm>
            <a:off x="713225" y="476525"/>
            <a:ext cx="6960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Font typeface="Josefin Sans"/>
              <a:buNone/>
              <a:defRPr b="1"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cxnSp>
        <p:nvCxnSpPr>
          <p:cNvPr id="295" name="Google Shape;295;p34"/>
          <p:cNvCxnSpPr/>
          <p:nvPr/>
        </p:nvCxnSpPr>
        <p:spPr>
          <a:xfrm>
            <a:off x="6481100" y="4609950"/>
            <a:ext cx="2544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96" name="Google Shape;296;p34"/>
          <p:cNvSpPr txBox="1"/>
          <p:nvPr/>
        </p:nvSpPr>
        <p:spPr>
          <a:xfrm>
            <a:off x="8439900" y="4609950"/>
            <a:ext cx="5853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100" b="1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rPr>
              <a:t>‹#›</a:t>
            </a:fld>
            <a:endParaRPr sz="1100" b="1">
              <a:solidFill>
                <a:schemeClr val="accent1"/>
              </a:solidFill>
              <a:latin typeface="Josefin Sans"/>
              <a:ea typeface="Josefin Sans"/>
              <a:cs typeface="Josefin Sans"/>
              <a:sym typeface="Josefin Sans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4"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35"/>
          <p:cNvSpPr txBox="1">
            <a:spLocks noGrp="1"/>
          </p:cNvSpPr>
          <p:nvPr>
            <p:ph type="ctrTitle"/>
          </p:nvPr>
        </p:nvSpPr>
        <p:spPr>
          <a:xfrm>
            <a:off x="713225" y="1157263"/>
            <a:ext cx="5414400" cy="705300"/>
          </a:xfrm>
          <a:prstGeom prst="rect">
            <a:avLst/>
          </a:prstGeom>
        </p:spPr>
        <p:txBody>
          <a:bodyPr spcFirstLastPara="1" wrap="square" lIns="91425" tIns="79200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299" name="Google Shape;299;p35"/>
          <p:cNvSpPr txBox="1">
            <a:spLocks noGrp="1"/>
          </p:cNvSpPr>
          <p:nvPr>
            <p:ph type="subTitle" idx="1"/>
          </p:nvPr>
        </p:nvSpPr>
        <p:spPr>
          <a:xfrm>
            <a:off x="719750" y="2053877"/>
            <a:ext cx="3309300" cy="127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1600">
                <a:solidFill>
                  <a:schemeClr val="dk2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cxnSp>
        <p:nvCxnSpPr>
          <p:cNvPr id="300" name="Google Shape;300;p35"/>
          <p:cNvCxnSpPr/>
          <p:nvPr/>
        </p:nvCxnSpPr>
        <p:spPr>
          <a:xfrm>
            <a:off x="542275" y="758250"/>
            <a:ext cx="0" cy="2970900"/>
          </a:xfrm>
          <a:prstGeom prst="straightConnector1">
            <a:avLst/>
          </a:prstGeom>
          <a:noFill/>
          <a:ln w="1143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8"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36"/>
          <p:cNvSpPr/>
          <p:nvPr/>
        </p:nvSpPr>
        <p:spPr>
          <a:xfrm>
            <a:off x="6481100" y="-39600"/>
            <a:ext cx="2701200" cy="2537400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D0000"/>
              </a:solidFill>
            </a:endParaRPr>
          </a:p>
        </p:txBody>
      </p:sp>
      <p:cxnSp>
        <p:nvCxnSpPr>
          <p:cNvPr id="303" name="Google Shape;303;p36"/>
          <p:cNvCxnSpPr/>
          <p:nvPr/>
        </p:nvCxnSpPr>
        <p:spPr>
          <a:xfrm>
            <a:off x="525225" y="441500"/>
            <a:ext cx="0" cy="2710500"/>
          </a:xfrm>
          <a:prstGeom prst="straightConnector1">
            <a:avLst/>
          </a:prstGeom>
          <a:noFill/>
          <a:ln w="762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4" name="Google Shape;304;p36"/>
          <p:cNvCxnSpPr/>
          <p:nvPr/>
        </p:nvCxnSpPr>
        <p:spPr>
          <a:xfrm>
            <a:off x="6481100" y="4609950"/>
            <a:ext cx="2544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8_1"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37"/>
          <p:cNvSpPr/>
          <p:nvPr/>
        </p:nvSpPr>
        <p:spPr>
          <a:xfrm>
            <a:off x="-159275" y="1563300"/>
            <a:ext cx="1591500" cy="3962100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D0000"/>
              </a:solidFill>
            </a:endParaRPr>
          </a:p>
        </p:txBody>
      </p:sp>
      <p:cxnSp>
        <p:nvCxnSpPr>
          <p:cNvPr id="307" name="Google Shape;307;p37"/>
          <p:cNvCxnSpPr/>
          <p:nvPr/>
        </p:nvCxnSpPr>
        <p:spPr>
          <a:xfrm rot="10800000">
            <a:off x="986725" y="1327650"/>
            <a:ext cx="445500" cy="0"/>
          </a:xfrm>
          <a:prstGeom prst="straightConnector1">
            <a:avLst/>
          </a:prstGeom>
          <a:noFill/>
          <a:ln w="762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8" name="Google Shape;308;p37"/>
          <p:cNvCxnSpPr/>
          <p:nvPr/>
        </p:nvCxnSpPr>
        <p:spPr>
          <a:xfrm>
            <a:off x="6481100" y="4609950"/>
            <a:ext cx="2544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925750" y="2130662"/>
            <a:ext cx="3173400" cy="110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Font typeface="Josefin Sans"/>
              <a:buNone/>
              <a:defRPr sz="3600" b="1"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title" idx="2" hasCustomPrompt="1"/>
          </p:nvPr>
        </p:nvSpPr>
        <p:spPr>
          <a:xfrm>
            <a:off x="925751" y="1640525"/>
            <a:ext cx="1724100" cy="841800"/>
          </a:xfrm>
          <a:prstGeom prst="rect">
            <a:avLst/>
          </a:prstGeom>
        </p:spPr>
        <p:txBody>
          <a:bodyPr spcFirstLastPara="1" wrap="square" lIns="91425" tIns="0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Josefin Sans"/>
              <a:buNone/>
              <a:defRPr sz="6000" b="1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D0000"/>
              </a:buClr>
              <a:buSzPts val="6000"/>
              <a:buFont typeface="Josefin Sans"/>
              <a:buNone/>
              <a:defRPr sz="6000" b="1">
                <a:solidFill>
                  <a:srgbClr val="FD0000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D0000"/>
              </a:buClr>
              <a:buSzPts val="6000"/>
              <a:buFont typeface="Josefin Sans"/>
              <a:buNone/>
              <a:defRPr sz="6000" b="1">
                <a:solidFill>
                  <a:srgbClr val="FD0000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D0000"/>
              </a:buClr>
              <a:buSzPts val="6000"/>
              <a:buFont typeface="Josefin Sans"/>
              <a:buNone/>
              <a:defRPr sz="6000" b="1">
                <a:solidFill>
                  <a:srgbClr val="FD0000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D0000"/>
              </a:buClr>
              <a:buSzPts val="6000"/>
              <a:buFont typeface="Josefin Sans"/>
              <a:buNone/>
              <a:defRPr sz="6000" b="1">
                <a:solidFill>
                  <a:srgbClr val="FD0000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D0000"/>
              </a:buClr>
              <a:buSzPts val="6000"/>
              <a:buFont typeface="Josefin Sans"/>
              <a:buNone/>
              <a:defRPr sz="6000" b="1">
                <a:solidFill>
                  <a:srgbClr val="FD0000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D0000"/>
              </a:buClr>
              <a:buSzPts val="6000"/>
              <a:buFont typeface="Josefin Sans"/>
              <a:buNone/>
              <a:defRPr sz="6000" b="1">
                <a:solidFill>
                  <a:srgbClr val="FD0000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D0000"/>
              </a:buClr>
              <a:buSzPts val="6000"/>
              <a:buFont typeface="Josefin Sans"/>
              <a:buNone/>
              <a:defRPr sz="6000" b="1">
                <a:solidFill>
                  <a:srgbClr val="FD0000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D0000"/>
              </a:buClr>
              <a:buSzPts val="6000"/>
              <a:buFont typeface="Josefin Sans"/>
              <a:buNone/>
              <a:defRPr sz="6000" b="1">
                <a:solidFill>
                  <a:srgbClr val="FD0000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t>xx%</a:t>
            </a:r>
          </a:p>
        </p:txBody>
      </p:sp>
      <p:sp>
        <p:nvSpPr>
          <p:cNvPr id="16" name="Google Shape;16;p3"/>
          <p:cNvSpPr txBox="1">
            <a:spLocks noGrp="1"/>
          </p:cNvSpPr>
          <p:nvPr>
            <p:ph type="subTitle" idx="1"/>
          </p:nvPr>
        </p:nvSpPr>
        <p:spPr>
          <a:xfrm>
            <a:off x="925750" y="3471400"/>
            <a:ext cx="3027300" cy="55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Josefin Sans Light"/>
              <a:buNone/>
              <a:defRPr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17" name="Google Shape;17;p3"/>
          <p:cNvCxnSpPr/>
          <p:nvPr/>
        </p:nvCxnSpPr>
        <p:spPr>
          <a:xfrm>
            <a:off x="542275" y="1625200"/>
            <a:ext cx="0" cy="2961300"/>
          </a:xfrm>
          <a:prstGeom prst="straightConnector1">
            <a:avLst/>
          </a:prstGeom>
          <a:noFill/>
          <a:ln w="762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" name="Google Shape;18;p3"/>
          <p:cNvCxnSpPr/>
          <p:nvPr/>
        </p:nvCxnSpPr>
        <p:spPr>
          <a:xfrm>
            <a:off x="6481100" y="4609950"/>
            <a:ext cx="2544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" name="Google Shape;19;p3"/>
          <p:cNvSpPr txBox="1"/>
          <p:nvPr/>
        </p:nvSpPr>
        <p:spPr>
          <a:xfrm>
            <a:off x="8439900" y="4609950"/>
            <a:ext cx="5853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100" b="1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rPr>
              <a:t>‹#›</a:t>
            </a:fld>
            <a:endParaRPr sz="1100" b="1">
              <a:solidFill>
                <a:schemeClr val="accent1"/>
              </a:solidFill>
              <a:latin typeface="Josefin Sans"/>
              <a:ea typeface="Josefin Sans"/>
              <a:cs typeface="Josefin Sans"/>
              <a:sym typeface="Josefin Sans"/>
            </a:endParaRPr>
          </a:p>
        </p:txBody>
      </p:sp>
    </p:spTree>
    <p:extLst>
      <p:ext uri="{BB962C8B-B14F-4D97-AF65-F5344CB8AC3E}">
        <p14:creationId xmlns:p14="http://schemas.microsoft.com/office/powerpoint/2010/main" val="162265218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4"/>
          <p:cNvSpPr txBox="1">
            <a:spLocks noGrp="1"/>
          </p:cNvSpPr>
          <p:nvPr>
            <p:ph type="subTitle" idx="1"/>
          </p:nvPr>
        </p:nvSpPr>
        <p:spPr>
          <a:xfrm>
            <a:off x="2111850" y="1210325"/>
            <a:ext cx="5256600" cy="18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-177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D0000"/>
              </a:buClr>
              <a:buSzPts val="1400"/>
              <a:buFont typeface="Josefin Sans SemiBold"/>
              <a:buNone/>
              <a:defRPr>
                <a:solidFill>
                  <a:srgbClr val="FD0000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D0000"/>
              </a:buClr>
              <a:buSzPts val="1400"/>
              <a:buFont typeface="Josefin Sans SemiBold"/>
              <a:buNone/>
              <a:defRPr>
                <a:solidFill>
                  <a:srgbClr val="FD0000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D0000"/>
              </a:buClr>
              <a:buSzPts val="1400"/>
              <a:buFont typeface="Josefin Sans SemiBold"/>
              <a:buNone/>
              <a:defRPr>
                <a:solidFill>
                  <a:srgbClr val="FD0000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D0000"/>
              </a:buClr>
              <a:buSzPts val="1400"/>
              <a:buFont typeface="Josefin Sans SemiBold"/>
              <a:buNone/>
              <a:defRPr>
                <a:solidFill>
                  <a:srgbClr val="FD0000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D0000"/>
              </a:buClr>
              <a:buSzPts val="1400"/>
              <a:buFont typeface="Josefin Sans SemiBold"/>
              <a:buNone/>
              <a:defRPr>
                <a:solidFill>
                  <a:srgbClr val="FD0000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D0000"/>
              </a:buClr>
              <a:buSzPts val="1400"/>
              <a:buFont typeface="Josefin Sans SemiBold"/>
              <a:buNone/>
              <a:defRPr>
                <a:solidFill>
                  <a:srgbClr val="FD0000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D0000"/>
              </a:buClr>
              <a:buSzPts val="1400"/>
              <a:buFont typeface="Josefin Sans SemiBold"/>
              <a:buNone/>
              <a:defRPr>
                <a:solidFill>
                  <a:srgbClr val="FD0000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D0000"/>
              </a:buClr>
              <a:buSzPts val="1400"/>
              <a:buFont typeface="Josefin Sans SemiBold"/>
              <a:buNone/>
              <a:defRPr>
                <a:solidFill>
                  <a:srgbClr val="FD0000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defRPr>
            </a:lvl9pPr>
          </a:lstStyle>
          <a:p>
            <a:endParaRPr/>
          </a:p>
        </p:txBody>
      </p:sp>
      <p:sp>
        <p:nvSpPr>
          <p:cNvPr id="102" name="Google Shape;102;p14"/>
          <p:cNvSpPr txBox="1">
            <a:spLocks noGrp="1"/>
          </p:cNvSpPr>
          <p:nvPr>
            <p:ph type="title"/>
          </p:nvPr>
        </p:nvSpPr>
        <p:spPr>
          <a:xfrm>
            <a:off x="146725" y="4789139"/>
            <a:ext cx="3027300" cy="2292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800"/>
              <a:buFont typeface="Josefin Sans"/>
              <a:buNone/>
              <a:defRPr sz="800" b="1"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03" name="Google Shape;103;p14"/>
          <p:cNvSpPr txBox="1">
            <a:spLocks noGrp="1"/>
          </p:cNvSpPr>
          <p:nvPr>
            <p:ph type="title" idx="2" hasCustomPrompt="1"/>
          </p:nvPr>
        </p:nvSpPr>
        <p:spPr>
          <a:xfrm>
            <a:off x="146725" y="4719850"/>
            <a:ext cx="1689000" cy="1605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00"/>
              <a:buFont typeface="Josefin Sans"/>
              <a:buNone/>
              <a:defRPr sz="1900" b="1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D0000"/>
              </a:buClr>
              <a:buSzPts val="4000"/>
              <a:buFont typeface="Josefin Sans"/>
              <a:buNone/>
              <a:defRPr sz="4000" b="1">
                <a:solidFill>
                  <a:srgbClr val="FD0000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D0000"/>
              </a:buClr>
              <a:buSzPts val="4000"/>
              <a:buFont typeface="Josefin Sans"/>
              <a:buNone/>
              <a:defRPr sz="4000" b="1">
                <a:solidFill>
                  <a:srgbClr val="FD0000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D0000"/>
              </a:buClr>
              <a:buSzPts val="4000"/>
              <a:buFont typeface="Josefin Sans"/>
              <a:buNone/>
              <a:defRPr sz="4000" b="1">
                <a:solidFill>
                  <a:srgbClr val="FD0000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D0000"/>
              </a:buClr>
              <a:buSzPts val="4000"/>
              <a:buFont typeface="Josefin Sans"/>
              <a:buNone/>
              <a:defRPr sz="4000" b="1">
                <a:solidFill>
                  <a:srgbClr val="FD0000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D0000"/>
              </a:buClr>
              <a:buSzPts val="4000"/>
              <a:buFont typeface="Josefin Sans"/>
              <a:buNone/>
              <a:defRPr sz="4000" b="1">
                <a:solidFill>
                  <a:srgbClr val="FD0000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D0000"/>
              </a:buClr>
              <a:buSzPts val="4000"/>
              <a:buFont typeface="Josefin Sans"/>
              <a:buNone/>
              <a:defRPr sz="4000" b="1">
                <a:solidFill>
                  <a:srgbClr val="FD0000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D0000"/>
              </a:buClr>
              <a:buSzPts val="4000"/>
              <a:buFont typeface="Josefin Sans"/>
              <a:buNone/>
              <a:defRPr sz="4000" b="1">
                <a:solidFill>
                  <a:srgbClr val="FD0000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D0000"/>
              </a:buClr>
              <a:buSzPts val="4000"/>
              <a:buFont typeface="Josefin Sans"/>
              <a:buNone/>
              <a:defRPr sz="4000" b="1">
                <a:solidFill>
                  <a:srgbClr val="FD0000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t>xx%</a:t>
            </a:r>
          </a:p>
        </p:txBody>
      </p:sp>
      <p:cxnSp>
        <p:nvCxnSpPr>
          <p:cNvPr id="104" name="Google Shape;104;p14"/>
          <p:cNvCxnSpPr/>
          <p:nvPr/>
        </p:nvCxnSpPr>
        <p:spPr>
          <a:xfrm rot="10800000">
            <a:off x="241206" y="4608973"/>
            <a:ext cx="12096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5" name="Google Shape;105;p14"/>
          <p:cNvCxnSpPr/>
          <p:nvPr/>
        </p:nvCxnSpPr>
        <p:spPr>
          <a:xfrm rot="5400000">
            <a:off x="503550" y="2653667"/>
            <a:ext cx="2544000" cy="0"/>
          </a:xfrm>
          <a:prstGeom prst="straightConnector1">
            <a:avLst/>
          </a:prstGeom>
          <a:noFill/>
          <a:ln w="762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6" name="Google Shape;106;p14"/>
          <p:cNvSpPr txBox="1">
            <a:spLocks noGrp="1"/>
          </p:cNvSpPr>
          <p:nvPr>
            <p:ph type="title" idx="3"/>
          </p:nvPr>
        </p:nvSpPr>
        <p:spPr>
          <a:xfrm>
            <a:off x="2111850" y="3033325"/>
            <a:ext cx="5256600" cy="44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Josefin Sans SemiBold"/>
              <a:buNone/>
              <a:defRPr sz="1800" b="0">
                <a:solidFill>
                  <a:schemeClr val="accent1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cxnSp>
        <p:nvCxnSpPr>
          <p:cNvPr id="107" name="Google Shape;107;p14"/>
          <p:cNvCxnSpPr/>
          <p:nvPr/>
        </p:nvCxnSpPr>
        <p:spPr>
          <a:xfrm>
            <a:off x="6481100" y="4609950"/>
            <a:ext cx="2544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8" name="Google Shape;108;p14"/>
          <p:cNvSpPr txBox="1"/>
          <p:nvPr/>
        </p:nvSpPr>
        <p:spPr>
          <a:xfrm>
            <a:off x="8439900" y="4609950"/>
            <a:ext cx="5853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100" b="1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rPr>
              <a:t>‹#›</a:t>
            </a:fld>
            <a:endParaRPr sz="1100" b="1">
              <a:solidFill>
                <a:schemeClr val="accent1"/>
              </a:solidFill>
              <a:latin typeface="Josefin Sans"/>
              <a:ea typeface="Josefin Sans"/>
              <a:cs typeface="Josefin Sans"/>
              <a:sym typeface="Josefin Sans"/>
            </a:endParaRPr>
          </a:p>
        </p:txBody>
      </p:sp>
    </p:spTree>
    <p:extLst>
      <p:ext uri="{BB962C8B-B14F-4D97-AF65-F5344CB8AC3E}">
        <p14:creationId xmlns:p14="http://schemas.microsoft.com/office/powerpoint/2010/main" val="248453590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3">
  <p:cSld name="Title and three columns 3"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2"/>
          <p:cNvSpPr txBox="1">
            <a:spLocks noGrp="1"/>
          </p:cNvSpPr>
          <p:nvPr>
            <p:ph type="subTitle" idx="1"/>
          </p:nvPr>
        </p:nvSpPr>
        <p:spPr>
          <a:xfrm>
            <a:off x="1649675" y="2439450"/>
            <a:ext cx="1600200" cy="123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efin Sans Light"/>
              <a:buNone/>
              <a:defRPr sz="14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82" name="Google Shape;182;p22"/>
          <p:cNvSpPr txBox="1">
            <a:spLocks noGrp="1"/>
          </p:cNvSpPr>
          <p:nvPr>
            <p:ph type="subTitle" idx="2"/>
          </p:nvPr>
        </p:nvSpPr>
        <p:spPr>
          <a:xfrm>
            <a:off x="4116050" y="2439450"/>
            <a:ext cx="1600200" cy="123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efin Sans Light"/>
              <a:buNone/>
              <a:defRPr sz="14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83" name="Google Shape;183;p22"/>
          <p:cNvSpPr txBox="1">
            <a:spLocks noGrp="1"/>
          </p:cNvSpPr>
          <p:nvPr>
            <p:ph type="subTitle" idx="3"/>
          </p:nvPr>
        </p:nvSpPr>
        <p:spPr>
          <a:xfrm>
            <a:off x="6583025" y="2439450"/>
            <a:ext cx="1600200" cy="123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efin Sans Light"/>
              <a:buNone/>
              <a:defRPr sz="14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84" name="Google Shape;184;p22"/>
          <p:cNvSpPr txBox="1">
            <a:spLocks noGrp="1"/>
          </p:cNvSpPr>
          <p:nvPr>
            <p:ph type="subTitle" idx="4"/>
          </p:nvPr>
        </p:nvSpPr>
        <p:spPr>
          <a:xfrm>
            <a:off x="1649675" y="1903566"/>
            <a:ext cx="14172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Josefin Sans SemiBold"/>
              <a:buNone/>
              <a:defRPr sz="1800">
                <a:solidFill>
                  <a:schemeClr val="accent1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Josefin Sans SemiBold"/>
              <a:buNone/>
              <a:defRPr sz="1500">
                <a:solidFill>
                  <a:schemeClr val="accent1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Josefin Sans SemiBold"/>
              <a:buNone/>
              <a:defRPr sz="1500">
                <a:solidFill>
                  <a:schemeClr val="accent1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Josefin Sans SemiBold"/>
              <a:buNone/>
              <a:defRPr sz="1500">
                <a:solidFill>
                  <a:schemeClr val="accent1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Josefin Sans SemiBold"/>
              <a:buNone/>
              <a:defRPr sz="1500">
                <a:solidFill>
                  <a:schemeClr val="accent1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Josefin Sans SemiBold"/>
              <a:buNone/>
              <a:defRPr sz="1500">
                <a:solidFill>
                  <a:schemeClr val="accent1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Josefin Sans SemiBold"/>
              <a:buNone/>
              <a:defRPr sz="1500">
                <a:solidFill>
                  <a:schemeClr val="accent1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Josefin Sans SemiBold"/>
              <a:buNone/>
              <a:defRPr sz="1500">
                <a:solidFill>
                  <a:schemeClr val="accent1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Josefin Sans SemiBold"/>
              <a:buNone/>
              <a:defRPr sz="1500">
                <a:solidFill>
                  <a:schemeClr val="accent1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defRPr>
            </a:lvl9pPr>
          </a:lstStyle>
          <a:p>
            <a:endParaRPr/>
          </a:p>
        </p:txBody>
      </p:sp>
      <p:sp>
        <p:nvSpPr>
          <p:cNvPr id="185" name="Google Shape;185;p22"/>
          <p:cNvSpPr txBox="1">
            <a:spLocks noGrp="1"/>
          </p:cNvSpPr>
          <p:nvPr>
            <p:ph type="subTitle" idx="5"/>
          </p:nvPr>
        </p:nvSpPr>
        <p:spPr>
          <a:xfrm>
            <a:off x="4116350" y="1903566"/>
            <a:ext cx="16002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Josefin Sans SemiBold"/>
              <a:buNone/>
              <a:defRPr sz="1800">
                <a:solidFill>
                  <a:schemeClr val="accent1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Josefin Sans SemiBold"/>
              <a:buNone/>
              <a:defRPr sz="1500">
                <a:solidFill>
                  <a:schemeClr val="accent1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Josefin Sans SemiBold"/>
              <a:buNone/>
              <a:defRPr sz="1500">
                <a:solidFill>
                  <a:schemeClr val="accent1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Josefin Sans SemiBold"/>
              <a:buNone/>
              <a:defRPr sz="1500">
                <a:solidFill>
                  <a:schemeClr val="accent1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Josefin Sans SemiBold"/>
              <a:buNone/>
              <a:defRPr sz="1500">
                <a:solidFill>
                  <a:schemeClr val="accent1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Josefin Sans SemiBold"/>
              <a:buNone/>
              <a:defRPr sz="1500">
                <a:solidFill>
                  <a:schemeClr val="accent1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Josefin Sans SemiBold"/>
              <a:buNone/>
              <a:defRPr sz="1500">
                <a:solidFill>
                  <a:schemeClr val="accent1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Josefin Sans SemiBold"/>
              <a:buNone/>
              <a:defRPr sz="1500">
                <a:solidFill>
                  <a:schemeClr val="accent1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Josefin Sans SemiBold"/>
              <a:buNone/>
              <a:defRPr sz="1500">
                <a:solidFill>
                  <a:schemeClr val="accent1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defRPr>
            </a:lvl9pPr>
          </a:lstStyle>
          <a:p>
            <a:endParaRPr/>
          </a:p>
        </p:txBody>
      </p:sp>
      <p:sp>
        <p:nvSpPr>
          <p:cNvPr id="186" name="Google Shape;186;p22"/>
          <p:cNvSpPr txBox="1">
            <a:spLocks noGrp="1"/>
          </p:cNvSpPr>
          <p:nvPr>
            <p:ph type="subTitle" idx="6"/>
          </p:nvPr>
        </p:nvSpPr>
        <p:spPr>
          <a:xfrm>
            <a:off x="6583025" y="1903566"/>
            <a:ext cx="16002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Josefin Sans SemiBold"/>
              <a:buNone/>
              <a:defRPr sz="1800">
                <a:solidFill>
                  <a:schemeClr val="accent1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Josefin Sans SemiBold"/>
              <a:buNone/>
              <a:defRPr sz="1500">
                <a:solidFill>
                  <a:schemeClr val="accent1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Josefin Sans SemiBold"/>
              <a:buNone/>
              <a:defRPr sz="1500">
                <a:solidFill>
                  <a:schemeClr val="accent1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Josefin Sans SemiBold"/>
              <a:buNone/>
              <a:defRPr sz="1500">
                <a:solidFill>
                  <a:schemeClr val="accent1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Josefin Sans SemiBold"/>
              <a:buNone/>
              <a:defRPr sz="1500">
                <a:solidFill>
                  <a:schemeClr val="accent1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Josefin Sans SemiBold"/>
              <a:buNone/>
              <a:defRPr sz="1500">
                <a:solidFill>
                  <a:schemeClr val="accent1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Josefin Sans SemiBold"/>
              <a:buNone/>
              <a:defRPr sz="1500">
                <a:solidFill>
                  <a:schemeClr val="accent1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Josefin Sans SemiBold"/>
              <a:buNone/>
              <a:defRPr sz="1500">
                <a:solidFill>
                  <a:schemeClr val="accent1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Josefin Sans SemiBold"/>
              <a:buNone/>
              <a:defRPr sz="1500">
                <a:solidFill>
                  <a:schemeClr val="accent1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defRPr>
            </a:lvl9pPr>
          </a:lstStyle>
          <a:p>
            <a:endParaRPr/>
          </a:p>
        </p:txBody>
      </p:sp>
      <p:sp>
        <p:nvSpPr>
          <p:cNvPr id="187" name="Google Shape;187;p22"/>
          <p:cNvSpPr txBox="1">
            <a:spLocks noGrp="1"/>
          </p:cNvSpPr>
          <p:nvPr>
            <p:ph type="title"/>
          </p:nvPr>
        </p:nvSpPr>
        <p:spPr>
          <a:xfrm>
            <a:off x="146725" y="4789139"/>
            <a:ext cx="3027300" cy="2292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800"/>
              <a:buFont typeface="Josefin Sans"/>
              <a:buNone/>
              <a:defRPr sz="800" b="1"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88" name="Google Shape;188;p22"/>
          <p:cNvSpPr txBox="1">
            <a:spLocks noGrp="1"/>
          </p:cNvSpPr>
          <p:nvPr>
            <p:ph type="title" idx="7" hasCustomPrompt="1"/>
          </p:nvPr>
        </p:nvSpPr>
        <p:spPr>
          <a:xfrm>
            <a:off x="146725" y="4719850"/>
            <a:ext cx="1689000" cy="1605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00"/>
              <a:buFont typeface="Josefin Sans"/>
              <a:buNone/>
              <a:defRPr sz="1900" b="1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D0000"/>
              </a:buClr>
              <a:buSzPts val="4000"/>
              <a:buFont typeface="Josefin Sans"/>
              <a:buNone/>
              <a:defRPr sz="4000" b="1">
                <a:solidFill>
                  <a:srgbClr val="FD0000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D0000"/>
              </a:buClr>
              <a:buSzPts val="4000"/>
              <a:buFont typeface="Josefin Sans"/>
              <a:buNone/>
              <a:defRPr sz="4000" b="1">
                <a:solidFill>
                  <a:srgbClr val="FD0000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D0000"/>
              </a:buClr>
              <a:buSzPts val="4000"/>
              <a:buFont typeface="Josefin Sans"/>
              <a:buNone/>
              <a:defRPr sz="4000" b="1">
                <a:solidFill>
                  <a:srgbClr val="FD0000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D0000"/>
              </a:buClr>
              <a:buSzPts val="4000"/>
              <a:buFont typeface="Josefin Sans"/>
              <a:buNone/>
              <a:defRPr sz="4000" b="1">
                <a:solidFill>
                  <a:srgbClr val="FD0000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D0000"/>
              </a:buClr>
              <a:buSzPts val="4000"/>
              <a:buFont typeface="Josefin Sans"/>
              <a:buNone/>
              <a:defRPr sz="4000" b="1">
                <a:solidFill>
                  <a:srgbClr val="FD0000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D0000"/>
              </a:buClr>
              <a:buSzPts val="4000"/>
              <a:buFont typeface="Josefin Sans"/>
              <a:buNone/>
              <a:defRPr sz="4000" b="1">
                <a:solidFill>
                  <a:srgbClr val="FD0000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D0000"/>
              </a:buClr>
              <a:buSzPts val="4000"/>
              <a:buFont typeface="Josefin Sans"/>
              <a:buNone/>
              <a:defRPr sz="4000" b="1">
                <a:solidFill>
                  <a:srgbClr val="FD0000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D0000"/>
              </a:buClr>
              <a:buSzPts val="4000"/>
              <a:buFont typeface="Josefin Sans"/>
              <a:buNone/>
              <a:defRPr sz="4000" b="1">
                <a:solidFill>
                  <a:srgbClr val="FD0000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t>xx%</a:t>
            </a:r>
          </a:p>
        </p:txBody>
      </p:sp>
      <p:cxnSp>
        <p:nvCxnSpPr>
          <p:cNvPr id="189" name="Google Shape;189;p22"/>
          <p:cNvCxnSpPr/>
          <p:nvPr/>
        </p:nvCxnSpPr>
        <p:spPr>
          <a:xfrm rot="10800000">
            <a:off x="241206" y="4608973"/>
            <a:ext cx="12096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0" name="Google Shape;190;p22"/>
          <p:cNvSpPr txBox="1">
            <a:spLocks noGrp="1"/>
          </p:cNvSpPr>
          <p:nvPr>
            <p:ph type="title" idx="8"/>
          </p:nvPr>
        </p:nvSpPr>
        <p:spPr>
          <a:xfrm>
            <a:off x="1470900" y="476534"/>
            <a:ext cx="6202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Font typeface="Josefin Sans"/>
              <a:buNone/>
              <a:defRPr b="1"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cxnSp>
        <p:nvCxnSpPr>
          <p:cNvPr id="191" name="Google Shape;191;p22"/>
          <p:cNvCxnSpPr/>
          <p:nvPr/>
        </p:nvCxnSpPr>
        <p:spPr>
          <a:xfrm>
            <a:off x="6481100" y="4609950"/>
            <a:ext cx="2544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2" name="Google Shape;192;p22"/>
          <p:cNvSpPr txBox="1"/>
          <p:nvPr/>
        </p:nvSpPr>
        <p:spPr>
          <a:xfrm>
            <a:off x="8439900" y="4609950"/>
            <a:ext cx="5853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100" b="1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rPr>
              <a:t>‹#›</a:t>
            </a:fld>
            <a:endParaRPr sz="1100" b="1">
              <a:solidFill>
                <a:schemeClr val="accent1"/>
              </a:solidFill>
              <a:latin typeface="Josefin Sans"/>
              <a:ea typeface="Josefin Sans"/>
              <a:cs typeface="Josefin Sans"/>
              <a:sym typeface="Josefin Sans"/>
            </a:endParaRPr>
          </a:p>
        </p:txBody>
      </p:sp>
    </p:spTree>
    <p:extLst>
      <p:ext uri="{BB962C8B-B14F-4D97-AF65-F5344CB8AC3E}">
        <p14:creationId xmlns:p14="http://schemas.microsoft.com/office/powerpoint/2010/main" val="13412298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79200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Josefin Sans"/>
              <a:buNone/>
              <a:defRPr sz="28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284225" y="115935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182875" anchor="t" anchorCtr="0">
            <a:noAutofit/>
          </a:bodyPr>
          <a:lstStyle>
            <a:lvl1pPr marL="457200" lvl="0" indent="-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Josefin Sans Medium"/>
              <a:buChar char="●"/>
              <a:defRPr sz="1800">
                <a:solidFill>
                  <a:schemeClr val="dk1"/>
                </a:solidFill>
                <a:latin typeface="Josefin Sans Medium"/>
                <a:ea typeface="Josefin Sans Medium"/>
                <a:cs typeface="Josefin Sans Medium"/>
                <a:sym typeface="Josefin Sans Medium"/>
              </a:defRPr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efin Sans"/>
              <a:buChar char="○"/>
              <a:defRPr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marL="1371600" lvl="2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efin Sans Light"/>
              <a:buChar char="■"/>
              <a:defRPr>
                <a:solidFill>
                  <a:schemeClr val="dk1"/>
                </a:solidFill>
                <a:latin typeface="Josefin Sans Light"/>
                <a:ea typeface="Josefin Sans Light"/>
                <a:cs typeface="Josefin Sans Light"/>
                <a:sym typeface="Josefin Sans Light"/>
              </a:defRPr>
            </a:lvl3pPr>
            <a:lvl4pPr marL="1828800" lvl="3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efin Sans ExtraLight"/>
              <a:buChar char="●"/>
              <a:defRPr>
                <a:solidFill>
                  <a:schemeClr val="dk1"/>
                </a:solidFill>
                <a:latin typeface="Josefin Sans ExtraLight"/>
                <a:ea typeface="Josefin Sans ExtraLight"/>
                <a:cs typeface="Josefin Sans ExtraLight"/>
                <a:sym typeface="Josefin Sans ExtraLight"/>
              </a:defRPr>
            </a:lvl4pPr>
            <a:lvl5pPr marL="2286000" lvl="4" indent="-3111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Josefin Sans ExtraLight"/>
              <a:buChar char="○"/>
              <a:defRPr sz="1300">
                <a:solidFill>
                  <a:schemeClr val="dk1"/>
                </a:solidFill>
                <a:latin typeface="Josefin Sans ExtraLight"/>
                <a:ea typeface="Josefin Sans ExtraLight"/>
                <a:cs typeface="Josefin Sans ExtraLight"/>
                <a:sym typeface="Josefin Sans ExtraLight"/>
              </a:defRPr>
            </a:lvl5pPr>
            <a:lvl6pPr marL="2743200" lvl="5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efin Sans ExtraLight"/>
              <a:buChar char="■"/>
              <a:defRPr sz="1200">
                <a:solidFill>
                  <a:schemeClr val="dk1"/>
                </a:solidFill>
                <a:latin typeface="Josefin Sans ExtraLight"/>
                <a:ea typeface="Josefin Sans ExtraLight"/>
                <a:cs typeface="Josefin Sans ExtraLight"/>
                <a:sym typeface="Josefin Sans ExtraLight"/>
              </a:defRPr>
            </a:lvl6pPr>
            <a:lvl7pPr marL="3200400" lvl="6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efin Sans ExtraLight"/>
              <a:buChar char="●"/>
              <a:defRPr sz="1200">
                <a:solidFill>
                  <a:schemeClr val="dk1"/>
                </a:solidFill>
                <a:latin typeface="Josefin Sans ExtraLight"/>
                <a:ea typeface="Josefin Sans ExtraLight"/>
                <a:cs typeface="Josefin Sans ExtraLight"/>
                <a:sym typeface="Josefin Sans ExtraLight"/>
              </a:defRPr>
            </a:lvl7pPr>
            <a:lvl8pPr marL="3657600" lvl="7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efin Sans ExtraLight"/>
              <a:buChar char="○"/>
              <a:defRPr sz="1200">
                <a:solidFill>
                  <a:schemeClr val="dk1"/>
                </a:solidFill>
                <a:latin typeface="Josefin Sans ExtraLight"/>
                <a:ea typeface="Josefin Sans ExtraLight"/>
                <a:cs typeface="Josefin Sans ExtraLight"/>
                <a:sym typeface="Josefin Sans ExtraLight"/>
              </a:defRPr>
            </a:lvl8pPr>
            <a:lvl9pPr marL="4114800" lvl="8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Josefin Sans ExtraLight"/>
              <a:buChar char="■"/>
              <a:defRPr sz="1200">
                <a:solidFill>
                  <a:schemeClr val="dk1"/>
                </a:solidFill>
                <a:latin typeface="Josefin Sans ExtraLight"/>
                <a:ea typeface="Josefin Sans ExtraLight"/>
                <a:cs typeface="Josefin Sans ExtraLight"/>
                <a:sym typeface="Josefin Sans ExtraLigh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3" r:id="rId12"/>
    <p:sldLayoutId id="2147483664" r:id="rId13"/>
    <p:sldLayoutId id="2147483665" r:id="rId14"/>
    <p:sldLayoutId id="2147483666" r:id="rId15"/>
    <p:sldLayoutId id="2147483667" r:id="rId16"/>
    <p:sldLayoutId id="2147483669" r:id="rId17"/>
    <p:sldLayoutId id="2147483671" r:id="rId18"/>
    <p:sldLayoutId id="2147483672" r:id="rId19"/>
    <p:sldLayoutId id="2147483673" r:id="rId20"/>
    <p:sldLayoutId id="2147483675" r:id="rId21"/>
    <p:sldLayoutId id="2147483676" r:id="rId22"/>
    <p:sldLayoutId id="2147483677" r:id="rId23"/>
    <p:sldLayoutId id="2147483679" r:id="rId24"/>
    <p:sldLayoutId id="2147483680" r:id="rId25"/>
    <p:sldLayoutId id="2147483681" r:id="rId26"/>
    <p:sldLayoutId id="2147483682" r:id="rId27"/>
    <p:sldLayoutId id="2147483683" r:id="rId28"/>
    <p:sldLayoutId id="2147483685" r:id="rId29"/>
    <p:sldLayoutId id="2147483686" r:id="rId30"/>
    <p:sldLayoutId id="2147483687" r:id="rId3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38"/>
          <p:cNvSpPr txBox="1">
            <a:spLocks noGrp="1"/>
          </p:cNvSpPr>
          <p:nvPr>
            <p:ph type="ctrTitle"/>
          </p:nvPr>
        </p:nvSpPr>
        <p:spPr>
          <a:xfrm>
            <a:off x="894500" y="588600"/>
            <a:ext cx="5392800" cy="1983300"/>
          </a:xfrm>
          <a:prstGeom prst="rect">
            <a:avLst/>
          </a:prstGeom>
        </p:spPr>
        <p:txBody>
          <a:bodyPr spcFirstLastPara="1" wrap="square" lIns="91425" tIns="201150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PPEI</a:t>
            </a:r>
            <a:endParaRPr dirty="0"/>
          </a:p>
        </p:txBody>
      </p:sp>
      <p:sp>
        <p:nvSpPr>
          <p:cNvPr id="314" name="Google Shape;314;p38"/>
          <p:cNvSpPr txBox="1">
            <a:spLocks noGrp="1"/>
          </p:cNvSpPr>
          <p:nvPr>
            <p:ph type="subTitle" idx="1"/>
          </p:nvPr>
        </p:nvSpPr>
        <p:spPr>
          <a:xfrm>
            <a:off x="894500" y="2499325"/>
            <a:ext cx="587968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dirty="0">
                <a:solidFill>
                  <a:schemeClr val="tx1"/>
                </a:solidFill>
              </a:rPr>
              <a:t>Project ……. </a:t>
            </a:r>
            <a:r>
              <a:rPr lang="en-US" dirty="0"/>
              <a:t>Technical Proposal</a:t>
            </a:r>
            <a:endParaRPr dirty="0"/>
          </a:p>
        </p:txBody>
      </p:sp>
      <p:pic>
        <p:nvPicPr>
          <p:cNvPr id="315" name="Google Shape;315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03750" y="3767676"/>
            <a:ext cx="2460021" cy="687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9"/>
          <p:cNvSpPr txBox="1">
            <a:spLocks noGrp="1"/>
          </p:cNvSpPr>
          <p:nvPr>
            <p:ph type="title" idx="15"/>
          </p:nvPr>
        </p:nvSpPr>
        <p:spPr>
          <a:xfrm>
            <a:off x="1468362" y="226397"/>
            <a:ext cx="6202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Topics</a:t>
            </a:r>
            <a:endParaRPr dirty="0"/>
          </a:p>
        </p:txBody>
      </p:sp>
      <p:sp>
        <p:nvSpPr>
          <p:cNvPr id="321" name="Google Shape;321;p39"/>
          <p:cNvSpPr txBox="1">
            <a:spLocks noGrp="1"/>
          </p:cNvSpPr>
          <p:nvPr>
            <p:ph type="title"/>
          </p:nvPr>
        </p:nvSpPr>
        <p:spPr>
          <a:xfrm>
            <a:off x="4759712" y="1189970"/>
            <a:ext cx="3884238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About Senior </a:t>
            </a:r>
            <a:r>
              <a:rPr lang="en-US" dirty="0" err="1"/>
              <a:t>Milenial</a:t>
            </a:r>
            <a:r>
              <a:rPr lang="en-US" dirty="0"/>
              <a:t> Indonesia</a:t>
            </a:r>
            <a:endParaRPr dirty="0"/>
          </a:p>
        </p:txBody>
      </p:sp>
      <p:sp>
        <p:nvSpPr>
          <p:cNvPr id="322" name="Google Shape;322;p39">
            <a:hlinkClick r:id="" action="ppaction://noaction"/>
          </p:cNvPr>
          <p:cNvSpPr txBox="1">
            <a:spLocks noGrp="1"/>
          </p:cNvSpPr>
          <p:nvPr>
            <p:ph type="title" idx="2"/>
          </p:nvPr>
        </p:nvSpPr>
        <p:spPr>
          <a:xfrm>
            <a:off x="4183637" y="1124270"/>
            <a:ext cx="576000" cy="5934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sp>
        <p:nvSpPr>
          <p:cNvPr id="324" name="Google Shape;324;p39"/>
          <p:cNvSpPr txBox="1">
            <a:spLocks noGrp="1"/>
          </p:cNvSpPr>
          <p:nvPr>
            <p:ph type="title" idx="3"/>
          </p:nvPr>
        </p:nvSpPr>
        <p:spPr>
          <a:xfrm>
            <a:off x="4759196" y="1885441"/>
            <a:ext cx="3884753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Our Understanding</a:t>
            </a:r>
            <a:endParaRPr dirty="0"/>
          </a:p>
        </p:txBody>
      </p:sp>
      <p:sp>
        <p:nvSpPr>
          <p:cNvPr id="325" name="Google Shape;325;p39">
            <a:hlinkClick r:id="" action="ppaction://noaction"/>
          </p:cNvPr>
          <p:cNvSpPr txBox="1">
            <a:spLocks noGrp="1"/>
          </p:cNvSpPr>
          <p:nvPr>
            <p:ph type="title" idx="4"/>
          </p:nvPr>
        </p:nvSpPr>
        <p:spPr>
          <a:xfrm>
            <a:off x="4183097" y="1819741"/>
            <a:ext cx="576000" cy="5934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cxnSp>
        <p:nvCxnSpPr>
          <p:cNvPr id="333" name="Google Shape;333;p39"/>
          <p:cNvCxnSpPr/>
          <p:nvPr/>
        </p:nvCxnSpPr>
        <p:spPr>
          <a:xfrm>
            <a:off x="4088775" y="1217776"/>
            <a:ext cx="0" cy="425700"/>
          </a:xfrm>
          <a:prstGeom prst="straightConnector1">
            <a:avLst/>
          </a:prstGeom>
          <a:noFill/>
          <a:ln w="762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34" name="Google Shape;334;p39"/>
          <p:cNvCxnSpPr/>
          <p:nvPr/>
        </p:nvCxnSpPr>
        <p:spPr>
          <a:xfrm>
            <a:off x="4088260" y="1913247"/>
            <a:ext cx="0" cy="425700"/>
          </a:xfrm>
          <a:prstGeom prst="straightConnector1">
            <a:avLst/>
          </a:prstGeom>
          <a:noFill/>
          <a:ln w="762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37" name="Google Shape;337;p39">
            <a:hlinkClick r:id="" action="ppaction://hlinkshowjump?jump=nextslide"/>
          </p:cNvPr>
          <p:cNvCxnSpPr/>
          <p:nvPr/>
        </p:nvCxnSpPr>
        <p:spPr>
          <a:xfrm>
            <a:off x="8643950" y="303450"/>
            <a:ext cx="2622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38" name="Google Shape;338;p39">
            <a:hlinkClick r:id="" action="ppaction://hlinkshowjump?jump=previousslide"/>
          </p:cNvPr>
          <p:cNvCxnSpPr/>
          <p:nvPr/>
        </p:nvCxnSpPr>
        <p:spPr>
          <a:xfrm rot="10800000">
            <a:off x="232775" y="303450"/>
            <a:ext cx="2622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29" name="Google Shape;390;p43">
            <a:extLst>
              <a:ext uri="{FF2B5EF4-FFF2-40B4-BE49-F238E27FC236}">
                <a16:creationId xmlns:a16="http://schemas.microsoft.com/office/drawing/2014/main" id="{68A66BB0-A10C-4A74-BDD3-A3FADE24355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10859" r="27438"/>
          <a:stretch/>
        </p:blipFill>
        <p:spPr>
          <a:xfrm>
            <a:off x="1" y="1221614"/>
            <a:ext cx="3621022" cy="3562521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324;p39">
            <a:extLst>
              <a:ext uri="{FF2B5EF4-FFF2-40B4-BE49-F238E27FC236}">
                <a16:creationId xmlns:a16="http://schemas.microsoft.com/office/drawing/2014/main" id="{AB9623A6-D4BD-4FE0-B733-AF56F0665877}"/>
              </a:ext>
            </a:extLst>
          </p:cNvPr>
          <p:cNvSpPr txBox="1">
            <a:spLocks/>
          </p:cNvSpPr>
          <p:nvPr/>
        </p:nvSpPr>
        <p:spPr>
          <a:xfrm>
            <a:off x="4759196" y="2625097"/>
            <a:ext cx="3884753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Josefin Sans"/>
              <a:buNone/>
              <a:defRPr sz="18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Josefin Sans"/>
              <a:buNone/>
              <a:defRPr sz="24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Josefin Sans"/>
              <a:buNone/>
              <a:defRPr sz="24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Josefin Sans"/>
              <a:buNone/>
              <a:defRPr sz="24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Josefin Sans"/>
              <a:buNone/>
              <a:defRPr sz="24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Josefin Sans"/>
              <a:buNone/>
              <a:defRPr sz="24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Josefin Sans"/>
              <a:buNone/>
              <a:defRPr sz="24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Josefin Sans"/>
              <a:buNone/>
              <a:defRPr sz="24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Josefin Sans"/>
              <a:buNone/>
              <a:defRPr sz="24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rPr lang="en-US" dirty="0"/>
              <a:t>Our Solution</a:t>
            </a:r>
          </a:p>
        </p:txBody>
      </p:sp>
      <p:sp>
        <p:nvSpPr>
          <p:cNvPr id="13" name="Google Shape;325;p39">
            <a:hlinkClick r:id="" action="ppaction://noaction"/>
            <a:extLst>
              <a:ext uri="{FF2B5EF4-FFF2-40B4-BE49-F238E27FC236}">
                <a16:creationId xmlns:a16="http://schemas.microsoft.com/office/drawing/2014/main" id="{4214B422-E504-4AB1-A739-9E040386414C}"/>
              </a:ext>
            </a:extLst>
          </p:cNvPr>
          <p:cNvSpPr txBox="1">
            <a:spLocks/>
          </p:cNvSpPr>
          <p:nvPr/>
        </p:nvSpPr>
        <p:spPr>
          <a:xfrm>
            <a:off x="4183097" y="2559397"/>
            <a:ext cx="576000" cy="59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Josefin Sans"/>
              <a:buNone/>
              <a:defRPr sz="3000" b="1" i="0" u="none" strike="noStrike" cap="none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Josefin Sans"/>
              <a:buNone/>
              <a:defRPr sz="3000" b="1" i="0" u="none" strike="noStrike" cap="none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Josefin Sans"/>
              <a:buNone/>
              <a:defRPr sz="3000" b="1" i="0" u="none" strike="noStrike" cap="none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Josefin Sans"/>
              <a:buNone/>
              <a:defRPr sz="3000" b="1" i="0" u="none" strike="noStrike" cap="none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Josefin Sans"/>
              <a:buNone/>
              <a:defRPr sz="3000" b="1" i="0" u="none" strike="noStrike" cap="none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Josefin Sans"/>
              <a:buNone/>
              <a:defRPr sz="3000" b="1" i="0" u="none" strike="noStrike" cap="none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Josefin Sans"/>
              <a:buNone/>
              <a:defRPr sz="3000" b="1" i="0" u="none" strike="noStrike" cap="none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Josefin Sans"/>
              <a:buNone/>
              <a:defRPr sz="3000" b="1" i="0" u="none" strike="noStrike" cap="none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Josefin Sans"/>
              <a:buNone/>
              <a:defRPr sz="3000" b="1" i="0" u="none" strike="noStrike" cap="none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rPr lang="en" dirty="0"/>
              <a:t>03</a:t>
            </a:r>
          </a:p>
        </p:txBody>
      </p:sp>
      <p:cxnSp>
        <p:nvCxnSpPr>
          <p:cNvPr id="14" name="Google Shape;334;p39">
            <a:extLst>
              <a:ext uri="{FF2B5EF4-FFF2-40B4-BE49-F238E27FC236}">
                <a16:creationId xmlns:a16="http://schemas.microsoft.com/office/drawing/2014/main" id="{D9971E18-C79A-434F-8AEB-77717903A318}"/>
              </a:ext>
            </a:extLst>
          </p:cNvPr>
          <p:cNvCxnSpPr/>
          <p:nvPr/>
        </p:nvCxnSpPr>
        <p:spPr>
          <a:xfrm>
            <a:off x="4088260" y="2652903"/>
            <a:ext cx="0" cy="425700"/>
          </a:xfrm>
          <a:prstGeom prst="straightConnector1">
            <a:avLst/>
          </a:prstGeom>
          <a:noFill/>
          <a:ln w="762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" name="Google Shape;324;p39">
            <a:extLst>
              <a:ext uri="{FF2B5EF4-FFF2-40B4-BE49-F238E27FC236}">
                <a16:creationId xmlns:a16="http://schemas.microsoft.com/office/drawing/2014/main" id="{9F8591B1-20A3-410D-A3B2-6DBA44AA0601}"/>
              </a:ext>
            </a:extLst>
          </p:cNvPr>
          <p:cNvSpPr txBox="1">
            <a:spLocks/>
          </p:cNvSpPr>
          <p:nvPr/>
        </p:nvSpPr>
        <p:spPr>
          <a:xfrm>
            <a:off x="4759097" y="3320568"/>
            <a:ext cx="3884753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Josefin Sans"/>
              <a:buNone/>
              <a:defRPr sz="18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Josefin Sans"/>
              <a:buNone/>
              <a:defRPr sz="24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Josefin Sans"/>
              <a:buNone/>
              <a:defRPr sz="24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Josefin Sans"/>
              <a:buNone/>
              <a:defRPr sz="24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Josefin Sans"/>
              <a:buNone/>
              <a:defRPr sz="24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Josefin Sans"/>
              <a:buNone/>
              <a:defRPr sz="24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Josefin Sans"/>
              <a:buNone/>
              <a:defRPr sz="24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Josefin Sans"/>
              <a:buNone/>
              <a:defRPr sz="24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Josefin Sans"/>
              <a:buNone/>
              <a:defRPr sz="24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rPr lang="en-US" dirty="0"/>
              <a:t>Our Timeline</a:t>
            </a:r>
          </a:p>
        </p:txBody>
      </p:sp>
      <p:sp>
        <p:nvSpPr>
          <p:cNvPr id="17" name="Google Shape;325;p39">
            <a:hlinkClick r:id="" action="ppaction://noaction"/>
            <a:extLst>
              <a:ext uri="{FF2B5EF4-FFF2-40B4-BE49-F238E27FC236}">
                <a16:creationId xmlns:a16="http://schemas.microsoft.com/office/drawing/2014/main" id="{DB0CB239-F461-469B-83EF-00D646B0F2F0}"/>
              </a:ext>
            </a:extLst>
          </p:cNvPr>
          <p:cNvSpPr txBox="1">
            <a:spLocks/>
          </p:cNvSpPr>
          <p:nvPr/>
        </p:nvSpPr>
        <p:spPr>
          <a:xfrm>
            <a:off x="4182998" y="3254868"/>
            <a:ext cx="576000" cy="59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Josefin Sans"/>
              <a:buNone/>
              <a:defRPr sz="3000" b="1" i="0" u="none" strike="noStrike" cap="none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Josefin Sans"/>
              <a:buNone/>
              <a:defRPr sz="3000" b="1" i="0" u="none" strike="noStrike" cap="none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Josefin Sans"/>
              <a:buNone/>
              <a:defRPr sz="3000" b="1" i="0" u="none" strike="noStrike" cap="none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Josefin Sans"/>
              <a:buNone/>
              <a:defRPr sz="3000" b="1" i="0" u="none" strike="noStrike" cap="none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Josefin Sans"/>
              <a:buNone/>
              <a:defRPr sz="3000" b="1" i="0" u="none" strike="noStrike" cap="none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Josefin Sans"/>
              <a:buNone/>
              <a:defRPr sz="3000" b="1" i="0" u="none" strike="noStrike" cap="none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Josefin Sans"/>
              <a:buNone/>
              <a:defRPr sz="3000" b="1" i="0" u="none" strike="noStrike" cap="none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Josefin Sans"/>
              <a:buNone/>
              <a:defRPr sz="3000" b="1" i="0" u="none" strike="noStrike" cap="none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Josefin Sans"/>
              <a:buNone/>
              <a:defRPr sz="3000" b="1" i="0" u="none" strike="noStrike" cap="none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rPr lang="en" dirty="0"/>
              <a:t>04</a:t>
            </a:r>
          </a:p>
        </p:txBody>
      </p:sp>
      <p:cxnSp>
        <p:nvCxnSpPr>
          <p:cNvPr id="18" name="Google Shape;334;p39">
            <a:extLst>
              <a:ext uri="{FF2B5EF4-FFF2-40B4-BE49-F238E27FC236}">
                <a16:creationId xmlns:a16="http://schemas.microsoft.com/office/drawing/2014/main" id="{0A142525-6D3B-4B81-B552-FA093CC66138}"/>
              </a:ext>
            </a:extLst>
          </p:cNvPr>
          <p:cNvCxnSpPr/>
          <p:nvPr/>
        </p:nvCxnSpPr>
        <p:spPr>
          <a:xfrm>
            <a:off x="4088161" y="3348374"/>
            <a:ext cx="0" cy="425700"/>
          </a:xfrm>
          <a:prstGeom prst="straightConnector1">
            <a:avLst/>
          </a:prstGeom>
          <a:noFill/>
          <a:ln w="762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" name="Google Shape;324;p39">
            <a:extLst>
              <a:ext uri="{FF2B5EF4-FFF2-40B4-BE49-F238E27FC236}">
                <a16:creationId xmlns:a16="http://schemas.microsoft.com/office/drawing/2014/main" id="{F9FBC7E9-F3D9-420A-A172-1E6478A6B696}"/>
              </a:ext>
            </a:extLst>
          </p:cNvPr>
          <p:cNvSpPr txBox="1">
            <a:spLocks/>
          </p:cNvSpPr>
          <p:nvPr/>
        </p:nvSpPr>
        <p:spPr>
          <a:xfrm>
            <a:off x="4758998" y="4016039"/>
            <a:ext cx="3884753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Josefin Sans"/>
              <a:buNone/>
              <a:defRPr sz="18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Josefin Sans"/>
              <a:buNone/>
              <a:defRPr sz="24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Josefin Sans"/>
              <a:buNone/>
              <a:defRPr sz="24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Josefin Sans"/>
              <a:buNone/>
              <a:defRPr sz="24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Josefin Sans"/>
              <a:buNone/>
              <a:defRPr sz="24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Josefin Sans"/>
              <a:buNone/>
              <a:defRPr sz="24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Josefin Sans"/>
              <a:buNone/>
              <a:defRPr sz="24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Josefin Sans"/>
              <a:buNone/>
              <a:defRPr sz="24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Josefin Sans"/>
              <a:buNone/>
              <a:defRPr sz="24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rPr lang="en-US" dirty="0"/>
              <a:t>Commercial</a:t>
            </a:r>
          </a:p>
        </p:txBody>
      </p:sp>
      <p:sp>
        <p:nvSpPr>
          <p:cNvPr id="20" name="Google Shape;325;p39">
            <a:hlinkClick r:id="" action="ppaction://noaction"/>
            <a:extLst>
              <a:ext uri="{FF2B5EF4-FFF2-40B4-BE49-F238E27FC236}">
                <a16:creationId xmlns:a16="http://schemas.microsoft.com/office/drawing/2014/main" id="{B8CBCDBF-D29C-4D6D-88BC-70687661FD64}"/>
              </a:ext>
            </a:extLst>
          </p:cNvPr>
          <p:cNvSpPr txBox="1">
            <a:spLocks/>
          </p:cNvSpPr>
          <p:nvPr/>
        </p:nvSpPr>
        <p:spPr>
          <a:xfrm>
            <a:off x="4182899" y="3950339"/>
            <a:ext cx="576000" cy="59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Josefin Sans"/>
              <a:buNone/>
              <a:defRPr sz="3000" b="1" i="0" u="none" strike="noStrike" cap="none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Josefin Sans"/>
              <a:buNone/>
              <a:defRPr sz="3000" b="1" i="0" u="none" strike="noStrike" cap="none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Josefin Sans"/>
              <a:buNone/>
              <a:defRPr sz="3000" b="1" i="0" u="none" strike="noStrike" cap="none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Josefin Sans"/>
              <a:buNone/>
              <a:defRPr sz="3000" b="1" i="0" u="none" strike="noStrike" cap="none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Josefin Sans"/>
              <a:buNone/>
              <a:defRPr sz="3000" b="1" i="0" u="none" strike="noStrike" cap="none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Josefin Sans"/>
              <a:buNone/>
              <a:defRPr sz="3000" b="1" i="0" u="none" strike="noStrike" cap="none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Josefin Sans"/>
              <a:buNone/>
              <a:defRPr sz="3000" b="1" i="0" u="none" strike="noStrike" cap="none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Josefin Sans"/>
              <a:buNone/>
              <a:defRPr sz="3000" b="1" i="0" u="none" strike="noStrike" cap="none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Josefin Sans"/>
              <a:buNone/>
              <a:defRPr sz="3000" b="1" i="0" u="none" strike="noStrike" cap="none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rPr lang="en" dirty="0"/>
              <a:t>05</a:t>
            </a:r>
          </a:p>
        </p:txBody>
      </p:sp>
      <p:cxnSp>
        <p:nvCxnSpPr>
          <p:cNvPr id="21" name="Google Shape;334;p39">
            <a:extLst>
              <a:ext uri="{FF2B5EF4-FFF2-40B4-BE49-F238E27FC236}">
                <a16:creationId xmlns:a16="http://schemas.microsoft.com/office/drawing/2014/main" id="{A4693E64-25B5-4CA4-9214-24C369ECC874}"/>
              </a:ext>
            </a:extLst>
          </p:cNvPr>
          <p:cNvCxnSpPr/>
          <p:nvPr/>
        </p:nvCxnSpPr>
        <p:spPr>
          <a:xfrm>
            <a:off x="4088062" y="4043845"/>
            <a:ext cx="0" cy="425700"/>
          </a:xfrm>
          <a:prstGeom prst="straightConnector1">
            <a:avLst/>
          </a:prstGeom>
          <a:noFill/>
          <a:ln w="762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ubtitle 15">
            <a:extLst>
              <a:ext uri="{FF2B5EF4-FFF2-40B4-BE49-F238E27FC236}">
                <a16:creationId xmlns:a16="http://schemas.microsoft.com/office/drawing/2014/main" id="{D578A4F1-B192-4D74-B5A2-E2CDC1C0B6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69475" y="2827409"/>
            <a:ext cx="3408468" cy="474600"/>
          </a:xfrm>
        </p:spPr>
        <p:txBody>
          <a:bodyPr/>
          <a:lstStyle/>
          <a:p>
            <a:r>
              <a:rPr lang="en-US" dirty="0"/>
              <a:t>About Senior </a:t>
            </a:r>
            <a:r>
              <a:rPr lang="en-US" dirty="0" err="1"/>
              <a:t>Milenial</a:t>
            </a:r>
            <a:r>
              <a:rPr lang="en-US" dirty="0"/>
              <a:t> Indonesia</a:t>
            </a:r>
          </a:p>
        </p:txBody>
      </p:sp>
      <p:sp>
        <p:nvSpPr>
          <p:cNvPr id="17" name="Subtitle 16">
            <a:extLst>
              <a:ext uri="{FF2B5EF4-FFF2-40B4-BE49-F238E27FC236}">
                <a16:creationId xmlns:a16="http://schemas.microsoft.com/office/drawing/2014/main" id="{5D19078F-85A1-4CCB-9E18-CAB2EF7C9A3D}"/>
              </a:ext>
            </a:extLst>
          </p:cNvPr>
          <p:cNvSpPr>
            <a:spLocks noGrp="1"/>
          </p:cNvSpPr>
          <p:nvPr>
            <p:ph type="subTitle" idx="2"/>
          </p:nvPr>
        </p:nvSpPr>
        <p:spPr>
          <a:xfrm>
            <a:off x="5169475" y="2205209"/>
            <a:ext cx="2662200" cy="393600"/>
          </a:xfrm>
        </p:spPr>
        <p:txBody>
          <a:bodyPr/>
          <a:lstStyle/>
          <a:p>
            <a:r>
              <a:rPr lang="en-US" dirty="0"/>
              <a:t>01</a:t>
            </a:r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3722A452-9351-4CD8-8439-A6DB8D0450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About SMI</a:t>
            </a:r>
          </a:p>
        </p:txBody>
      </p:sp>
      <p:sp>
        <p:nvSpPr>
          <p:cNvPr id="18" name="Title 17">
            <a:extLst>
              <a:ext uri="{FF2B5EF4-FFF2-40B4-BE49-F238E27FC236}">
                <a16:creationId xmlns:a16="http://schemas.microsoft.com/office/drawing/2014/main" id="{51AA99F8-1B1F-46FB-B452-211E7B7CD827}"/>
              </a:ext>
            </a:extLst>
          </p:cNvPr>
          <p:cNvSpPr>
            <a:spLocks noGrp="1"/>
          </p:cNvSpPr>
          <p:nvPr>
            <p:ph type="title" idx="3"/>
          </p:nvPr>
        </p:nvSpPr>
        <p:spPr/>
        <p:txBody>
          <a:bodyPr/>
          <a:lstStyle/>
          <a:p>
            <a:r>
              <a:rPr lang="en-US" dirty="0"/>
              <a:t>01</a:t>
            </a:r>
          </a:p>
        </p:txBody>
      </p:sp>
      <p:pic>
        <p:nvPicPr>
          <p:cNvPr id="8194" name="Picture 2" descr="PELATIHAN LEADERSHIP SKILL: SUCCESS THROUGH TEAMWORK">
            <a:extLst>
              <a:ext uri="{FF2B5EF4-FFF2-40B4-BE49-F238E27FC236}">
                <a16:creationId xmlns:a16="http://schemas.microsoft.com/office/drawing/2014/main" id="{5FEDE802-C24B-4F73-99BA-4CF074EC31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11675"/>
            <a:ext cx="5142204" cy="34833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631785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4" name="Google Shape;354;p41">
            <a:hlinkClick r:id="" action="ppaction://hlinkshowjump?jump=nextslide"/>
          </p:cNvPr>
          <p:cNvCxnSpPr/>
          <p:nvPr/>
        </p:nvCxnSpPr>
        <p:spPr>
          <a:xfrm>
            <a:off x="8643950" y="303450"/>
            <a:ext cx="2622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55" name="Google Shape;355;p41">
            <a:hlinkClick r:id="" action="ppaction://hlinkshowjump?jump=previousslide"/>
          </p:cNvPr>
          <p:cNvCxnSpPr/>
          <p:nvPr/>
        </p:nvCxnSpPr>
        <p:spPr>
          <a:xfrm rot="10800000">
            <a:off x="232775" y="303450"/>
            <a:ext cx="2622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356" name="Google Shape;356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86505" y="712350"/>
            <a:ext cx="5307945" cy="3535800"/>
          </a:xfrm>
          <a:prstGeom prst="rect">
            <a:avLst/>
          </a:prstGeom>
          <a:noFill/>
          <a:ln>
            <a:noFill/>
          </a:ln>
        </p:spPr>
      </p:pic>
      <p:sp>
        <p:nvSpPr>
          <p:cNvPr id="357" name="Google Shape;357;p41"/>
          <p:cNvSpPr/>
          <p:nvPr/>
        </p:nvSpPr>
        <p:spPr>
          <a:xfrm>
            <a:off x="4873550" y="712350"/>
            <a:ext cx="4320900" cy="3535800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D0000"/>
              </a:solidFill>
            </a:endParaRPr>
          </a:p>
        </p:txBody>
      </p:sp>
      <p:sp>
        <p:nvSpPr>
          <p:cNvPr id="358" name="Google Shape;358;p41"/>
          <p:cNvSpPr txBox="1">
            <a:spLocks noGrp="1"/>
          </p:cNvSpPr>
          <p:nvPr>
            <p:ph type="title" idx="2"/>
          </p:nvPr>
        </p:nvSpPr>
        <p:spPr>
          <a:xfrm>
            <a:off x="925751" y="1640525"/>
            <a:ext cx="1724100" cy="841800"/>
          </a:xfrm>
          <a:prstGeom prst="rect">
            <a:avLst/>
          </a:prstGeom>
        </p:spPr>
        <p:txBody>
          <a:bodyPr spcFirstLastPara="1" wrap="square" lIns="91425" tIns="0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359" name="Google Shape;359;p41"/>
          <p:cNvSpPr txBox="1">
            <a:spLocks noGrp="1"/>
          </p:cNvSpPr>
          <p:nvPr>
            <p:ph type="title"/>
          </p:nvPr>
        </p:nvSpPr>
        <p:spPr>
          <a:xfrm>
            <a:off x="925750" y="2206850"/>
            <a:ext cx="3536700" cy="110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Senior Milenial Indonesia</a:t>
            </a:r>
            <a:endParaRPr/>
          </a:p>
        </p:txBody>
      </p:sp>
      <p:sp>
        <p:nvSpPr>
          <p:cNvPr id="360" name="Google Shape;360;p41"/>
          <p:cNvSpPr txBox="1">
            <a:spLocks noGrp="1"/>
          </p:cNvSpPr>
          <p:nvPr>
            <p:ph type="subTitle" idx="1"/>
          </p:nvPr>
        </p:nvSpPr>
        <p:spPr>
          <a:xfrm>
            <a:off x="925750" y="3471400"/>
            <a:ext cx="3027300" cy="55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/>
              <a:t>We are a company established since September 2021 with a millennial spirit to build a better Indonesia.</a:t>
            </a:r>
            <a:endParaRPr/>
          </a:p>
        </p:txBody>
      </p:sp>
      <p:pic>
        <p:nvPicPr>
          <p:cNvPr id="361" name="Google Shape;361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34350" y="511501"/>
            <a:ext cx="2460021" cy="687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42"/>
          <p:cNvSpPr txBox="1">
            <a:spLocks noGrp="1"/>
          </p:cNvSpPr>
          <p:nvPr>
            <p:ph type="title" idx="8"/>
          </p:nvPr>
        </p:nvSpPr>
        <p:spPr>
          <a:xfrm>
            <a:off x="1470900" y="476534"/>
            <a:ext cx="6202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we do it?</a:t>
            </a:r>
            <a:endParaRPr/>
          </a:p>
        </p:txBody>
      </p:sp>
      <p:sp>
        <p:nvSpPr>
          <p:cNvPr id="367" name="Google Shape;367;p42"/>
          <p:cNvSpPr txBox="1">
            <a:spLocks noGrp="1"/>
          </p:cNvSpPr>
          <p:nvPr>
            <p:ph type="subTitle" idx="1"/>
          </p:nvPr>
        </p:nvSpPr>
        <p:spPr>
          <a:xfrm>
            <a:off x="973570" y="3535749"/>
            <a:ext cx="2263500" cy="80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Clearly construct and establish the goals of your product development.</a:t>
            </a:r>
            <a:endParaRPr/>
          </a:p>
        </p:txBody>
      </p:sp>
      <p:sp>
        <p:nvSpPr>
          <p:cNvPr id="368" name="Google Shape;368;p42"/>
          <p:cNvSpPr txBox="1">
            <a:spLocks noGrp="1"/>
          </p:cNvSpPr>
          <p:nvPr>
            <p:ph type="subTitle" idx="2"/>
          </p:nvPr>
        </p:nvSpPr>
        <p:spPr>
          <a:xfrm>
            <a:off x="3440245" y="3535749"/>
            <a:ext cx="2263500" cy="80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discovery and application of insights is central to strategy.</a:t>
            </a:r>
            <a:endParaRPr/>
          </a:p>
        </p:txBody>
      </p:sp>
      <p:sp>
        <p:nvSpPr>
          <p:cNvPr id="369" name="Google Shape;369;p42"/>
          <p:cNvSpPr txBox="1">
            <a:spLocks noGrp="1"/>
          </p:cNvSpPr>
          <p:nvPr>
            <p:ph type="subTitle" idx="4"/>
          </p:nvPr>
        </p:nvSpPr>
        <p:spPr>
          <a:xfrm>
            <a:off x="973570" y="1390741"/>
            <a:ext cx="22635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Innovative Strategies</a:t>
            </a:r>
            <a:endParaRPr/>
          </a:p>
        </p:txBody>
      </p:sp>
      <p:sp>
        <p:nvSpPr>
          <p:cNvPr id="370" name="Google Shape;370;p42"/>
          <p:cNvSpPr txBox="1">
            <a:spLocks noGrp="1"/>
          </p:cNvSpPr>
          <p:nvPr>
            <p:ph type="subTitle" idx="5"/>
          </p:nvPr>
        </p:nvSpPr>
        <p:spPr>
          <a:xfrm>
            <a:off x="3440245" y="1390741"/>
            <a:ext cx="22635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Strategic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Insights</a:t>
            </a:r>
            <a:endParaRPr/>
          </a:p>
        </p:txBody>
      </p:sp>
      <p:sp>
        <p:nvSpPr>
          <p:cNvPr id="371" name="Google Shape;371;p42"/>
          <p:cNvSpPr txBox="1">
            <a:spLocks noGrp="1"/>
          </p:cNvSpPr>
          <p:nvPr>
            <p:ph type="title"/>
          </p:nvPr>
        </p:nvSpPr>
        <p:spPr>
          <a:xfrm>
            <a:off x="146725" y="4789139"/>
            <a:ext cx="3027300" cy="2292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/>
          <a:p>
            <a:pPr lvl="0"/>
            <a:r>
              <a:rPr lang="en-US" dirty="0"/>
              <a:t>About SMI</a:t>
            </a:r>
            <a:endParaRPr dirty="0"/>
          </a:p>
        </p:txBody>
      </p:sp>
      <p:sp>
        <p:nvSpPr>
          <p:cNvPr id="372" name="Google Shape;372;p42"/>
          <p:cNvSpPr txBox="1">
            <a:spLocks noGrp="1"/>
          </p:cNvSpPr>
          <p:nvPr>
            <p:ph type="title" idx="7"/>
          </p:nvPr>
        </p:nvSpPr>
        <p:spPr>
          <a:xfrm>
            <a:off x="146725" y="4719850"/>
            <a:ext cx="1689000" cy="1605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373" name="Google Shape;373;p42"/>
          <p:cNvSpPr txBox="1">
            <a:spLocks noGrp="1"/>
          </p:cNvSpPr>
          <p:nvPr>
            <p:ph type="subTitle" idx="3"/>
          </p:nvPr>
        </p:nvSpPr>
        <p:spPr>
          <a:xfrm>
            <a:off x="5906920" y="3535749"/>
            <a:ext cx="2263500" cy="80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create technology to fill a void, need, or want.</a:t>
            </a:r>
            <a:endParaRPr/>
          </a:p>
        </p:txBody>
      </p:sp>
      <p:sp>
        <p:nvSpPr>
          <p:cNvPr id="374" name="Google Shape;374;p42"/>
          <p:cNvSpPr txBox="1">
            <a:spLocks noGrp="1"/>
          </p:cNvSpPr>
          <p:nvPr>
            <p:ph type="subTitle" idx="6"/>
          </p:nvPr>
        </p:nvSpPr>
        <p:spPr>
          <a:xfrm>
            <a:off x="5906920" y="1390741"/>
            <a:ext cx="22635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Personalized Development</a:t>
            </a:r>
            <a:endParaRPr/>
          </a:p>
        </p:txBody>
      </p:sp>
      <p:cxnSp>
        <p:nvCxnSpPr>
          <p:cNvPr id="375" name="Google Shape;375;p42">
            <a:hlinkClick r:id="" action="ppaction://hlinkshowjump?jump=nextslide"/>
          </p:cNvPr>
          <p:cNvCxnSpPr/>
          <p:nvPr/>
        </p:nvCxnSpPr>
        <p:spPr>
          <a:xfrm>
            <a:off x="8643950" y="303450"/>
            <a:ext cx="2622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76" name="Google Shape;376;p42">
            <a:hlinkClick r:id="" action="ppaction://hlinkshowjump?jump=previousslide"/>
          </p:cNvPr>
          <p:cNvCxnSpPr/>
          <p:nvPr/>
        </p:nvCxnSpPr>
        <p:spPr>
          <a:xfrm rot="10800000">
            <a:off x="232775" y="303450"/>
            <a:ext cx="2622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77" name="Google Shape;377;p42"/>
          <p:cNvCxnSpPr/>
          <p:nvPr/>
        </p:nvCxnSpPr>
        <p:spPr>
          <a:xfrm rot="10800000">
            <a:off x="1080120" y="1294250"/>
            <a:ext cx="312900" cy="0"/>
          </a:xfrm>
          <a:prstGeom prst="straightConnector1">
            <a:avLst/>
          </a:prstGeom>
          <a:noFill/>
          <a:ln w="762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78" name="Google Shape;378;p42"/>
          <p:cNvCxnSpPr/>
          <p:nvPr/>
        </p:nvCxnSpPr>
        <p:spPr>
          <a:xfrm rot="10800000">
            <a:off x="3546795" y="1294250"/>
            <a:ext cx="312900" cy="0"/>
          </a:xfrm>
          <a:prstGeom prst="straightConnector1">
            <a:avLst/>
          </a:prstGeom>
          <a:noFill/>
          <a:ln w="762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79" name="Google Shape;379;p42"/>
          <p:cNvCxnSpPr/>
          <p:nvPr/>
        </p:nvCxnSpPr>
        <p:spPr>
          <a:xfrm rot="10800000">
            <a:off x="6013470" y="1294250"/>
            <a:ext cx="312900" cy="0"/>
          </a:xfrm>
          <a:prstGeom prst="straightConnector1">
            <a:avLst/>
          </a:prstGeom>
          <a:noFill/>
          <a:ln w="762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380" name="Google Shape;380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13475" y="2176450"/>
            <a:ext cx="1351500" cy="1353300"/>
          </a:xfrm>
          <a:prstGeom prst="ellipse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381" name="Google Shape;381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46800" y="2176450"/>
            <a:ext cx="1353300" cy="13533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382" name="Google Shape;382;p42"/>
          <p:cNvPicPr preferRelativeResize="0"/>
          <p:nvPr/>
        </p:nvPicPr>
        <p:blipFill rotWithShape="1">
          <a:blip r:embed="rId5">
            <a:alphaModFix/>
          </a:blip>
          <a:srcRect l="17630" r="17623" b="-391"/>
          <a:stretch/>
        </p:blipFill>
        <p:spPr>
          <a:xfrm>
            <a:off x="983725" y="2176450"/>
            <a:ext cx="1353300" cy="1353300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45"/>
          <p:cNvSpPr txBox="1">
            <a:spLocks noGrp="1"/>
          </p:cNvSpPr>
          <p:nvPr>
            <p:ph type="title" idx="8"/>
          </p:nvPr>
        </p:nvSpPr>
        <p:spPr>
          <a:xfrm>
            <a:off x="1470900" y="476534"/>
            <a:ext cx="6202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Profile</a:t>
            </a:r>
            <a:endParaRPr/>
          </a:p>
        </p:txBody>
      </p:sp>
      <p:sp>
        <p:nvSpPr>
          <p:cNvPr id="410" name="Google Shape;410;p45"/>
          <p:cNvSpPr txBox="1">
            <a:spLocks noGrp="1"/>
          </p:cNvSpPr>
          <p:nvPr>
            <p:ph type="subTitle" idx="1"/>
          </p:nvPr>
        </p:nvSpPr>
        <p:spPr>
          <a:xfrm>
            <a:off x="579475" y="2207600"/>
            <a:ext cx="2466600" cy="123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To become a leading and trusted IT company as a reliable provider of Information and Communication Technology solutions.</a:t>
            </a:r>
            <a:endParaRPr/>
          </a:p>
        </p:txBody>
      </p:sp>
      <p:sp>
        <p:nvSpPr>
          <p:cNvPr id="411" name="Google Shape;411;p45"/>
          <p:cNvSpPr txBox="1">
            <a:spLocks noGrp="1"/>
          </p:cNvSpPr>
          <p:nvPr>
            <p:ph type="subTitle" idx="2"/>
          </p:nvPr>
        </p:nvSpPr>
        <p:spPr>
          <a:xfrm>
            <a:off x="3197900" y="2206750"/>
            <a:ext cx="2466600" cy="123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Providing effective, efficient, and value-added information technology integration system solutions and services to the company and being the best partner in the development of information technology products and services, master plans and technology platforms.</a:t>
            </a:r>
            <a:endParaRPr/>
          </a:p>
        </p:txBody>
      </p:sp>
      <p:sp>
        <p:nvSpPr>
          <p:cNvPr id="412" name="Google Shape;412;p45"/>
          <p:cNvSpPr txBox="1">
            <a:spLocks noGrp="1"/>
          </p:cNvSpPr>
          <p:nvPr>
            <p:ph type="subTitle" idx="4"/>
          </p:nvPr>
        </p:nvSpPr>
        <p:spPr>
          <a:xfrm>
            <a:off x="1104175" y="1716641"/>
            <a:ext cx="14172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Mission</a:t>
            </a:r>
            <a:endParaRPr/>
          </a:p>
        </p:txBody>
      </p:sp>
      <p:sp>
        <p:nvSpPr>
          <p:cNvPr id="413" name="Google Shape;413;p45"/>
          <p:cNvSpPr txBox="1">
            <a:spLocks noGrp="1"/>
          </p:cNvSpPr>
          <p:nvPr>
            <p:ph type="subTitle" idx="5"/>
          </p:nvPr>
        </p:nvSpPr>
        <p:spPr>
          <a:xfrm>
            <a:off x="3722600" y="1716641"/>
            <a:ext cx="14172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Vision</a:t>
            </a:r>
            <a:endParaRPr/>
          </a:p>
        </p:txBody>
      </p:sp>
      <p:sp>
        <p:nvSpPr>
          <p:cNvPr id="414" name="Google Shape;414;p45"/>
          <p:cNvSpPr txBox="1">
            <a:spLocks noGrp="1"/>
          </p:cNvSpPr>
          <p:nvPr>
            <p:ph type="title"/>
          </p:nvPr>
        </p:nvSpPr>
        <p:spPr>
          <a:xfrm>
            <a:off x="146725" y="4789139"/>
            <a:ext cx="3027300" cy="2292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/>
          <a:p>
            <a:pPr lvl="0"/>
            <a:r>
              <a:rPr lang="en-US" dirty="0"/>
              <a:t>About SMI</a:t>
            </a:r>
            <a:endParaRPr dirty="0"/>
          </a:p>
        </p:txBody>
      </p:sp>
      <p:sp>
        <p:nvSpPr>
          <p:cNvPr id="415" name="Google Shape;415;p45"/>
          <p:cNvSpPr txBox="1">
            <a:spLocks noGrp="1"/>
          </p:cNvSpPr>
          <p:nvPr>
            <p:ph type="title" idx="7"/>
          </p:nvPr>
        </p:nvSpPr>
        <p:spPr>
          <a:xfrm>
            <a:off x="146725" y="4719850"/>
            <a:ext cx="1689000" cy="1605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sp>
        <p:nvSpPr>
          <p:cNvPr id="416" name="Google Shape;416;p45"/>
          <p:cNvSpPr txBox="1">
            <a:spLocks noGrp="1"/>
          </p:cNvSpPr>
          <p:nvPr>
            <p:ph type="subTitle" idx="3"/>
          </p:nvPr>
        </p:nvSpPr>
        <p:spPr>
          <a:xfrm>
            <a:off x="6069875" y="2251225"/>
            <a:ext cx="2559600" cy="21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➔"/>
            </a:pPr>
            <a:r>
              <a:rPr lang="en"/>
              <a:t>Committed to delivering the best</a:t>
            </a:r>
            <a:endParaRPr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➔"/>
            </a:pPr>
            <a:r>
              <a:rPr lang="en"/>
              <a:t>Honest and transparent services</a:t>
            </a:r>
            <a:endParaRPr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➔"/>
            </a:pPr>
            <a:r>
              <a:rPr lang="en"/>
              <a:t>We care for your business just like ours</a:t>
            </a:r>
            <a:endParaRPr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➔"/>
            </a:pPr>
            <a:r>
              <a:rPr lang="en"/>
              <a:t>Keep learning and adapting to new technologies</a:t>
            </a:r>
            <a:endParaRPr/>
          </a:p>
        </p:txBody>
      </p:sp>
      <p:sp>
        <p:nvSpPr>
          <p:cNvPr id="417" name="Google Shape;417;p45"/>
          <p:cNvSpPr txBox="1">
            <a:spLocks noGrp="1"/>
          </p:cNvSpPr>
          <p:nvPr>
            <p:ph type="subTitle" idx="6"/>
          </p:nvPr>
        </p:nvSpPr>
        <p:spPr>
          <a:xfrm>
            <a:off x="6341025" y="1716641"/>
            <a:ext cx="14172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Values</a:t>
            </a:r>
            <a:endParaRPr/>
          </a:p>
        </p:txBody>
      </p:sp>
      <p:cxnSp>
        <p:nvCxnSpPr>
          <p:cNvPr id="418" name="Google Shape;418;p45">
            <a:hlinkClick r:id="" action="ppaction://hlinkshowjump?jump=nextslide"/>
          </p:cNvPr>
          <p:cNvCxnSpPr/>
          <p:nvPr/>
        </p:nvCxnSpPr>
        <p:spPr>
          <a:xfrm>
            <a:off x="8643950" y="303450"/>
            <a:ext cx="2622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19" name="Google Shape;419;p45">
            <a:hlinkClick r:id="" action="ppaction://hlinkshowjump?jump=previousslide"/>
          </p:cNvPr>
          <p:cNvCxnSpPr/>
          <p:nvPr/>
        </p:nvCxnSpPr>
        <p:spPr>
          <a:xfrm rot="10800000">
            <a:off x="232775" y="303450"/>
            <a:ext cx="2622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20" name="Google Shape;420;p45"/>
          <p:cNvCxnSpPr/>
          <p:nvPr/>
        </p:nvCxnSpPr>
        <p:spPr>
          <a:xfrm rot="10800000">
            <a:off x="1655675" y="1620150"/>
            <a:ext cx="312900" cy="0"/>
          </a:xfrm>
          <a:prstGeom prst="straightConnector1">
            <a:avLst/>
          </a:prstGeom>
          <a:noFill/>
          <a:ln w="762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21" name="Google Shape;421;p45"/>
          <p:cNvCxnSpPr/>
          <p:nvPr/>
        </p:nvCxnSpPr>
        <p:spPr>
          <a:xfrm rot="10800000">
            <a:off x="4274750" y="1620150"/>
            <a:ext cx="312900" cy="0"/>
          </a:xfrm>
          <a:prstGeom prst="straightConnector1">
            <a:avLst/>
          </a:prstGeom>
          <a:noFill/>
          <a:ln w="762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22" name="Google Shape;422;p45"/>
          <p:cNvCxnSpPr/>
          <p:nvPr/>
        </p:nvCxnSpPr>
        <p:spPr>
          <a:xfrm rot="10800000">
            <a:off x="6893825" y="1620150"/>
            <a:ext cx="312900" cy="0"/>
          </a:xfrm>
          <a:prstGeom prst="straightConnector1">
            <a:avLst/>
          </a:prstGeom>
          <a:noFill/>
          <a:ln w="762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423" name="Google Shape;423;p45"/>
          <p:cNvGrpSpPr/>
          <p:nvPr/>
        </p:nvGrpSpPr>
        <p:grpSpPr>
          <a:xfrm>
            <a:off x="6873253" y="1228983"/>
            <a:ext cx="354025" cy="268797"/>
            <a:chOff x="3963652" y="1999759"/>
            <a:chExt cx="374154" cy="284050"/>
          </a:xfrm>
        </p:grpSpPr>
        <p:sp>
          <p:nvSpPr>
            <p:cNvPr id="424" name="Google Shape;424;p45"/>
            <p:cNvSpPr/>
            <p:nvPr/>
          </p:nvSpPr>
          <p:spPr>
            <a:xfrm>
              <a:off x="4123441" y="2104652"/>
              <a:ext cx="214366" cy="179158"/>
            </a:xfrm>
            <a:custGeom>
              <a:avLst/>
              <a:gdLst/>
              <a:ahLst/>
              <a:cxnLst/>
              <a:rect l="l" t="t" r="r" b="b"/>
              <a:pathLst>
                <a:path w="6740" h="5633" extrusionOk="0">
                  <a:moveTo>
                    <a:pt x="6573" y="1"/>
                  </a:moveTo>
                  <a:cubicBezTo>
                    <a:pt x="6490" y="1"/>
                    <a:pt x="6395" y="84"/>
                    <a:pt x="6395" y="179"/>
                  </a:cubicBezTo>
                  <a:lnTo>
                    <a:pt x="6395" y="5275"/>
                  </a:lnTo>
                  <a:lnTo>
                    <a:pt x="180" y="5275"/>
                  </a:lnTo>
                  <a:cubicBezTo>
                    <a:pt x="84" y="5275"/>
                    <a:pt x="1" y="5346"/>
                    <a:pt x="1" y="5454"/>
                  </a:cubicBezTo>
                  <a:cubicBezTo>
                    <a:pt x="1" y="5549"/>
                    <a:pt x="72" y="5632"/>
                    <a:pt x="180" y="5632"/>
                  </a:cubicBezTo>
                  <a:lnTo>
                    <a:pt x="6561" y="5632"/>
                  </a:lnTo>
                  <a:cubicBezTo>
                    <a:pt x="6645" y="5632"/>
                    <a:pt x="6740" y="5549"/>
                    <a:pt x="6740" y="5454"/>
                  </a:cubicBezTo>
                  <a:lnTo>
                    <a:pt x="6740" y="179"/>
                  </a:lnTo>
                  <a:cubicBezTo>
                    <a:pt x="6740" y="84"/>
                    <a:pt x="6668" y="1"/>
                    <a:pt x="657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45"/>
            <p:cNvSpPr/>
            <p:nvPr/>
          </p:nvSpPr>
          <p:spPr>
            <a:xfrm>
              <a:off x="3963652" y="1999759"/>
              <a:ext cx="374154" cy="283669"/>
            </a:xfrm>
            <a:custGeom>
              <a:avLst/>
              <a:gdLst/>
              <a:ahLst/>
              <a:cxnLst/>
              <a:rect l="l" t="t" r="r" b="b"/>
              <a:pathLst>
                <a:path w="11764" h="8919" extrusionOk="0">
                  <a:moveTo>
                    <a:pt x="1036" y="1"/>
                  </a:moveTo>
                  <a:cubicBezTo>
                    <a:pt x="465" y="1"/>
                    <a:pt x="0" y="465"/>
                    <a:pt x="0" y="1024"/>
                  </a:cubicBezTo>
                  <a:lnTo>
                    <a:pt x="0" y="7847"/>
                  </a:lnTo>
                  <a:cubicBezTo>
                    <a:pt x="0" y="8418"/>
                    <a:pt x="477" y="8918"/>
                    <a:pt x="1072" y="8918"/>
                  </a:cubicBezTo>
                  <a:lnTo>
                    <a:pt x="4513" y="8918"/>
                  </a:lnTo>
                  <a:cubicBezTo>
                    <a:pt x="4608" y="8918"/>
                    <a:pt x="4692" y="8835"/>
                    <a:pt x="4692" y="8740"/>
                  </a:cubicBezTo>
                  <a:cubicBezTo>
                    <a:pt x="4692" y="8644"/>
                    <a:pt x="4620" y="8561"/>
                    <a:pt x="4513" y="8561"/>
                  </a:cubicBezTo>
                  <a:lnTo>
                    <a:pt x="1072" y="8561"/>
                  </a:lnTo>
                  <a:cubicBezTo>
                    <a:pt x="679" y="8561"/>
                    <a:pt x="358" y="8228"/>
                    <a:pt x="358" y="7847"/>
                  </a:cubicBezTo>
                  <a:lnTo>
                    <a:pt x="358" y="7799"/>
                  </a:lnTo>
                  <a:lnTo>
                    <a:pt x="358" y="7763"/>
                  </a:lnTo>
                  <a:cubicBezTo>
                    <a:pt x="405" y="7430"/>
                    <a:pt x="691" y="7168"/>
                    <a:pt x="1036" y="7168"/>
                  </a:cubicBezTo>
                  <a:lnTo>
                    <a:pt x="1358" y="7168"/>
                  </a:lnTo>
                  <a:cubicBezTo>
                    <a:pt x="1453" y="7168"/>
                    <a:pt x="1536" y="7097"/>
                    <a:pt x="1536" y="6990"/>
                  </a:cubicBezTo>
                  <a:cubicBezTo>
                    <a:pt x="1536" y="6906"/>
                    <a:pt x="1465" y="6811"/>
                    <a:pt x="1358" y="6811"/>
                  </a:cubicBezTo>
                  <a:cubicBezTo>
                    <a:pt x="1335" y="6814"/>
                    <a:pt x="1309" y="6815"/>
                    <a:pt x="1278" y="6815"/>
                  </a:cubicBezTo>
                  <a:cubicBezTo>
                    <a:pt x="1232" y="6815"/>
                    <a:pt x="1177" y="6813"/>
                    <a:pt x="1116" y="6813"/>
                  </a:cubicBezTo>
                  <a:cubicBezTo>
                    <a:pt x="905" y="6813"/>
                    <a:pt x="620" y="6839"/>
                    <a:pt x="346" y="7073"/>
                  </a:cubicBezTo>
                  <a:lnTo>
                    <a:pt x="346" y="1013"/>
                  </a:lnTo>
                  <a:cubicBezTo>
                    <a:pt x="346" y="643"/>
                    <a:pt x="655" y="322"/>
                    <a:pt x="1036" y="322"/>
                  </a:cubicBezTo>
                  <a:lnTo>
                    <a:pt x="2465" y="322"/>
                  </a:lnTo>
                  <a:lnTo>
                    <a:pt x="2465" y="6811"/>
                  </a:lnTo>
                  <a:lnTo>
                    <a:pt x="2048" y="6811"/>
                  </a:lnTo>
                  <a:cubicBezTo>
                    <a:pt x="1953" y="6811"/>
                    <a:pt x="1870" y="6894"/>
                    <a:pt x="1870" y="6990"/>
                  </a:cubicBezTo>
                  <a:cubicBezTo>
                    <a:pt x="1870" y="7085"/>
                    <a:pt x="1941" y="7168"/>
                    <a:pt x="2048" y="7168"/>
                  </a:cubicBezTo>
                  <a:lnTo>
                    <a:pt x="2620" y="7168"/>
                  </a:lnTo>
                  <a:cubicBezTo>
                    <a:pt x="2715" y="7168"/>
                    <a:pt x="2798" y="7097"/>
                    <a:pt x="2798" y="6990"/>
                  </a:cubicBezTo>
                  <a:lnTo>
                    <a:pt x="2798" y="1191"/>
                  </a:lnTo>
                  <a:lnTo>
                    <a:pt x="11407" y="1191"/>
                  </a:lnTo>
                  <a:lnTo>
                    <a:pt x="11407" y="2763"/>
                  </a:lnTo>
                  <a:cubicBezTo>
                    <a:pt x="11407" y="2858"/>
                    <a:pt x="11478" y="2941"/>
                    <a:pt x="11585" y="2941"/>
                  </a:cubicBezTo>
                  <a:cubicBezTo>
                    <a:pt x="11669" y="2941"/>
                    <a:pt x="11764" y="2870"/>
                    <a:pt x="11764" y="2763"/>
                  </a:cubicBezTo>
                  <a:lnTo>
                    <a:pt x="11764" y="1024"/>
                  </a:lnTo>
                  <a:cubicBezTo>
                    <a:pt x="11764" y="941"/>
                    <a:pt x="11692" y="858"/>
                    <a:pt x="11597" y="858"/>
                  </a:cubicBezTo>
                  <a:lnTo>
                    <a:pt x="2822" y="858"/>
                  </a:lnTo>
                  <a:lnTo>
                    <a:pt x="2822" y="179"/>
                  </a:lnTo>
                  <a:cubicBezTo>
                    <a:pt x="2822" y="84"/>
                    <a:pt x="2739" y="1"/>
                    <a:pt x="264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45"/>
            <p:cNvSpPr/>
            <p:nvPr/>
          </p:nvSpPr>
          <p:spPr>
            <a:xfrm>
              <a:off x="4069309" y="2061874"/>
              <a:ext cx="234435" cy="182911"/>
            </a:xfrm>
            <a:custGeom>
              <a:avLst/>
              <a:gdLst/>
              <a:ahLst/>
              <a:cxnLst/>
              <a:rect l="l" t="t" r="r" b="b"/>
              <a:pathLst>
                <a:path w="7371" h="5751" extrusionOk="0">
                  <a:moveTo>
                    <a:pt x="5477" y="357"/>
                  </a:moveTo>
                  <a:lnTo>
                    <a:pt x="5477" y="1631"/>
                  </a:lnTo>
                  <a:lnTo>
                    <a:pt x="3013" y="1631"/>
                  </a:lnTo>
                  <a:lnTo>
                    <a:pt x="3013" y="357"/>
                  </a:lnTo>
                  <a:close/>
                  <a:moveTo>
                    <a:pt x="2667" y="3036"/>
                  </a:moveTo>
                  <a:lnTo>
                    <a:pt x="2667" y="5394"/>
                  </a:lnTo>
                  <a:lnTo>
                    <a:pt x="1643" y="5394"/>
                  </a:lnTo>
                  <a:cubicBezTo>
                    <a:pt x="929" y="5394"/>
                    <a:pt x="358" y="4822"/>
                    <a:pt x="358" y="4120"/>
                  </a:cubicBezTo>
                  <a:lnTo>
                    <a:pt x="358" y="3036"/>
                  </a:lnTo>
                  <a:close/>
                  <a:moveTo>
                    <a:pt x="7013" y="334"/>
                  </a:moveTo>
                  <a:lnTo>
                    <a:pt x="7013" y="5394"/>
                  </a:lnTo>
                  <a:lnTo>
                    <a:pt x="3013" y="5394"/>
                  </a:lnTo>
                  <a:lnTo>
                    <a:pt x="3013" y="1977"/>
                  </a:lnTo>
                  <a:lnTo>
                    <a:pt x="5656" y="1977"/>
                  </a:lnTo>
                  <a:cubicBezTo>
                    <a:pt x="5751" y="1977"/>
                    <a:pt x="5834" y="1905"/>
                    <a:pt x="5834" y="1798"/>
                  </a:cubicBezTo>
                  <a:lnTo>
                    <a:pt x="5834" y="334"/>
                  </a:lnTo>
                  <a:close/>
                  <a:moveTo>
                    <a:pt x="179" y="0"/>
                  </a:moveTo>
                  <a:cubicBezTo>
                    <a:pt x="96" y="0"/>
                    <a:pt x="0" y="72"/>
                    <a:pt x="0" y="179"/>
                  </a:cubicBezTo>
                  <a:lnTo>
                    <a:pt x="0" y="4120"/>
                  </a:lnTo>
                  <a:cubicBezTo>
                    <a:pt x="0" y="5025"/>
                    <a:pt x="727" y="5751"/>
                    <a:pt x="1643" y="5751"/>
                  </a:cubicBezTo>
                  <a:lnTo>
                    <a:pt x="7192" y="5751"/>
                  </a:lnTo>
                  <a:cubicBezTo>
                    <a:pt x="7275" y="5751"/>
                    <a:pt x="7370" y="5679"/>
                    <a:pt x="7370" y="5572"/>
                  </a:cubicBezTo>
                  <a:lnTo>
                    <a:pt x="7370" y="179"/>
                  </a:lnTo>
                  <a:cubicBezTo>
                    <a:pt x="7358" y="72"/>
                    <a:pt x="7275" y="0"/>
                    <a:pt x="7192" y="0"/>
                  </a:cubicBezTo>
                  <a:lnTo>
                    <a:pt x="2024" y="0"/>
                  </a:lnTo>
                  <a:cubicBezTo>
                    <a:pt x="1941" y="0"/>
                    <a:pt x="1846" y="72"/>
                    <a:pt x="1846" y="179"/>
                  </a:cubicBezTo>
                  <a:cubicBezTo>
                    <a:pt x="1846" y="262"/>
                    <a:pt x="1917" y="357"/>
                    <a:pt x="2024" y="357"/>
                  </a:cubicBezTo>
                  <a:lnTo>
                    <a:pt x="2667" y="357"/>
                  </a:lnTo>
                  <a:lnTo>
                    <a:pt x="2667" y="2691"/>
                  </a:lnTo>
                  <a:lnTo>
                    <a:pt x="358" y="2691"/>
                  </a:lnTo>
                  <a:lnTo>
                    <a:pt x="358" y="357"/>
                  </a:lnTo>
                  <a:lnTo>
                    <a:pt x="1322" y="357"/>
                  </a:lnTo>
                  <a:cubicBezTo>
                    <a:pt x="1417" y="357"/>
                    <a:pt x="1501" y="274"/>
                    <a:pt x="1501" y="179"/>
                  </a:cubicBezTo>
                  <a:cubicBezTo>
                    <a:pt x="1501" y="84"/>
                    <a:pt x="1429" y="0"/>
                    <a:pt x="132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27" name="Google Shape;427;p45"/>
          <p:cNvGrpSpPr/>
          <p:nvPr/>
        </p:nvGrpSpPr>
        <p:grpSpPr>
          <a:xfrm>
            <a:off x="4271734" y="1220209"/>
            <a:ext cx="318935" cy="286344"/>
            <a:chOff x="3441065" y="4302505"/>
            <a:chExt cx="337069" cy="302593"/>
          </a:xfrm>
        </p:grpSpPr>
        <p:sp>
          <p:nvSpPr>
            <p:cNvPr id="428" name="Google Shape;428;p45"/>
            <p:cNvSpPr/>
            <p:nvPr/>
          </p:nvSpPr>
          <p:spPr>
            <a:xfrm>
              <a:off x="3441065" y="4366941"/>
              <a:ext cx="337069" cy="173655"/>
            </a:xfrm>
            <a:custGeom>
              <a:avLst/>
              <a:gdLst/>
              <a:ahLst/>
              <a:cxnLst/>
              <a:rect l="l" t="t" r="r" b="b"/>
              <a:pathLst>
                <a:path w="10598" h="5460" extrusionOk="0">
                  <a:moveTo>
                    <a:pt x="5062" y="1"/>
                  </a:moveTo>
                  <a:cubicBezTo>
                    <a:pt x="3977" y="1"/>
                    <a:pt x="2891" y="303"/>
                    <a:pt x="1834" y="951"/>
                  </a:cubicBezTo>
                  <a:cubicBezTo>
                    <a:pt x="1001" y="1463"/>
                    <a:pt x="418" y="2058"/>
                    <a:pt x="156" y="2368"/>
                  </a:cubicBezTo>
                  <a:cubicBezTo>
                    <a:pt x="1" y="2546"/>
                    <a:pt x="1" y="2808"/>
                    <a:pt x="168" y="2987"/>
                  </a:cubicBezTo>
                  <a:cubicBezTo>
                    <a:pt x="1001" y="3844"/>
                    <a:pt x="1870" y="4475"/>
                    <a:pt x="2739" y="4892"/>
                  </a:cubicBezTo>
                  <a:cubicBezTo>
                    <a:pt x="2763" y="4916"/>
                    <a:pt x="2787" y="4916"/>
                    <a:pt x="2823" y="4916"/>
                  </a:cubicBezTo>
                  <a:cubicBezTo>
                    <a:pt x="2977" y="4916"/>
                    <a:pt x="3037" y="4689"/>
                    <a:pt x="2894" y="4618"/>
                  </a:cubicBezTo>
                  <a:cubicBezTo>
                    <a:pt x="2049" y="4213"/>
                    <a:pt x="1215" y="3582"/>
                    <a:pt x="406" y="2773"/>
                  </a:cubicBezTo>
                  <a:cubicBezTo>
                    <a:pt x="346" y="2713"/>
                    <a:pt x="346" y="2630"/>
                    <a:pt x="406" y="2570"/>
                  </a:cubicBezTo>
                  <a:cubicBezTo>
                    <a:pt x="799" y="2130"/>
                    <a:pt x="2061" y="868"/>
                    <a:pt x="3918" y="451"/>
                  </a:cubicBezTo>
                  <a:lnTo>
                    <a:pt x="3918" y="451"/>
                  </a:lnTo>
                  <a:cubicBezTo>
                    <a:pt x="3561" y="665"/>
                    <a:pt x="3263" y="963"/>
                    <a:pt x="3025" y="1320"/>
                  </a:cubicBezTo>
                  <a:cubicBezTo>
                    <a:pt x="2977" y="1403"/>
                    <a:pt x="3001" y="1487"/>
                    <a:pt x="3073" y="1534"/>
                  </a:cubicBezTo>
                  <a:cubicBezTo>
                    <a:pt x="3098" y="1551"/>
                    <a:pt x="3126" y="1559"/>
                    <a:pt x="3154" y="1559"/>
                  </a:cubicBezTo>
                  <a:cubicBezTo>
                    <a:pt x="3204" y="1559"/>
                    <a:pt x="3252" y="1533"/>
                    <a:pt x="3275" y="1487"/>
                  </a:cubicBezTo>
                  <a:cubicBezTo>
                    <a:pt x="3728" y="772"/>
                    <a:pt x="4490" y="367"/>
                    <a:pt x="5299" y="367"/>
                  </a:cubicBezTo>
                  <a:cubicBezTo>
                    <a:pt x="6609" y="367"/>
                    <a:pt x="7680" y="1439"/>
                    <a:pt x="7680" y="2749"/>
                  </a:cubicBezTo>
                  <a:cubicBezTo>
                    <a:pt x="7680" y="3820"/>
                    <a:pt x="6954" y="4773"/>
                    <a:pt x="5930" y="5047"/>
                  </a:cubicBezTo>
                  <a:cubicBezTo>
                    <a:pt x="5720" y="5103"/>
                    <a:pt x="5510" y="5130"/>
                    <a:pt x="5305" y="5130"/>
                  </a:cubicBezTo>
                  <a:cubicBezTo>
                    <a:pt x="4250" y="5130"/>
                    <a:pt x="3302" y="4424"/>
                    <a:pt x="3013" y="3368"/>
                  </a:cubicBezTo>
                  <a:cubicBezTo>
                    <a:pt x="2954" y="3154"/>
                    <a:pt x="2918" y="2951"/>
                    <a:pt x="2918" y="2737"/>
                  </a:cubicBezTo>
                  <a:cubicBezTo>
                    <a:pt x="2918" y="2487"/>
                    <a:pt x="2966" y="2249"/>
                    <a:pt x="3037" y="2011"/>
                  </a:cubicBezTo>
                  <a:cubicBezTo>
                    <a:pt x="3073" y="1915"/>
                    <a:pt x="3025" y="1844"/>
                    <a:pt x="2942" y="1820"/>
                  </a:cubicBezTo>
                  <a:cubicBezTo>
                    <a:pt x="2920" y="1812"/>
                    <a:pt x="2899" y="1808"/>
                    <a:pt x="2880" y="1808"/>
                  </a:cubicBezTo>
                  <a:cubicBezTo>
                    <a:pt x="2816" y="1808"/>
                    <a:pt x="2767" y="1851"/>
                    <a:pt x="2739" y="1915"/>
                  </a:cubicBezTo>
                  <a:cubicBezTo>
                    <a:pt x="2656" y="2189"/>
                    <a:pt x="2608" y="2475"/>
                    <a:pt x="2608" y="2737"/>
                  </a:cubicBezTo>
                  <a:cubicBezTo>
                    <a:pt x="2608" y="2975"/>
                    <a:pt x="2644" y="3213"/>
                    <a:pt x="2704" y="3439"/>
                  </a:cubicBezTo>
                  <a:cubicBezTo>
                    <a:pt x="2858" y="4058"/>
                    <a:pt x="3251" y="4582"/>
                    <a:pt x="3739" y="4928"/>
                  </a:cubicBezTo>
                  <a:cubicBezTo>
                    <a:pt x="3632" y="4892"/>
                    <a:pt x="3549" y="4868"/>
                    <a:pt x="3442" y="4820"/>
                  </a:cubicBezTo>
                  <a:cubicBezTo>
                    <a:pt x="3427" y="4816"/>
                    <a:pt x="3412" y="4813"/>
                    <a:pt x="3396" y="4813"/>
                  </a:cubicBezTo>
                  <a:cubicBezTo>
                    <a:pt x="3334" y="4813"/>
                    <a:pt x="3270" y="4849"/>
                    <a:pt x="3251" y="4916"/>
                  </a:cubicBezTo>
                  <a:cubicBezTo>
                    <a:pt x="3216" y="4987"/>
                    <a:pt x="3263" y="5070"/>
                    <a:pt x="3335" y="5106"/>
                  </a:cubicBezTo>
                  <a:cubicBezTo>
                    <a:pt x="3996" y="5346"/>
                    <a:pt x="4652" y="5460"/>
                    <a:pt x="5299" y="5460"/>
                  </a:cubicBezTo>
                  <a:cubicBezTo>
                    <a:pt x="6446" y="5460"/>
                    <a:pt x="7563" y="5103"/>
                    <a:pt x="8621" y="4463"/>
                  </a:cubicBezTo>
                  <a:cubicBezTo>
                    <a:pt x="9502" y="3927"/>
                    <a:pt x="10145" y="3308"/>
                    <a:pt x="10443" y="2975"/>
                  </a:cubicBezTo>
                  <a:cubicBezTo>
                    <a:pt x="10597" y="2808"/>
                    <a:pt x="10586" y="2511"/>
                    <a:pt x="10395" y="2356"/>
                  </a:cubicBezTo>
                  <a:cubicBezTo>
                    <a:pt x="10062" y="2058"/>
                    <a:pt x="9728" y="1784"/>
                    <a:pt x="9383" y="1546"/>
                  </a:cubicBezTo>
                  <a:cubicBezTo>
                    <a:pt x="9357" y="1529"/>
                    <a:pt x="9327" y="1521"/>
                    <a:pt x="9298" y="1521"/>
                  </a:cubicBezTo>
                  <a:cubicBezTo>
                    <a:pt x="9246" y="1521"/>
                    <a:pt x="9194" y="1544"/>
                    <a:pt x="9157" y="1582"/>
                  </a:cubicBezTo>
                  <a:cubicBezTo>
                    <a:pt x="9109" y="1653"/>
                    <a:pt x="9133" y="1737"/>
                    <a:pt x="9192" y="1796"/>
                  </a:cubicBezTo>
                  <a:cubicBezTo>
                    <a:pt x="9514" y="2034"/>
                    <a:pt x="9847" y="2296"/>
                    <a:pt x="10169" y="2594"/>
                  </a:cubicBezTo>
                  <a:cubicBezTo>
                    <a:pt x="10228" y="2653"/>
                    <a:pt x="10228" y="2737"/>
                    <a:pt x="10181" y="2796"/>
                  </a:cubicBezTo>
                  <a:cubicBezTo>
                    <a:pt x="9788" y="3225"/>
                    <a:pt x="8550" y="4439"/>
                    <a:pt x="6835" y="4939"/>
                  </a:cubicBezTo>
                  <a:cubicBezTo>
                    <a:pt x="8311" y="3904"/>
                    <a:pt x="8359" y="1737"/>
                    <a:pt x="6954" y="629"/>
                  </a:cubicBezTo>
                  <a:lnTo>
                    <a:pt x="6954" y="629"/>
                  </a:lnTo>
                  <a:cubicBezTo>
                    <a:pt x="7538" y="820"/>
                    <a:pt x="8121" y="1106"/>
                    <a:pt x="8692" y="1463"/>
                  </a:cubicBezTo>
                  <a:cubicBezTo>
                    <a:pt x="8722" y="1476"/>
                    <a:pt x="8752" y="1482"/>
                    <a:pt x="8780" y="1482"/>
                  </a:cubicBezTo>
                  <a:cubicBezTo>
                    <a:pt x="8831" y="1482"/>
                    <a:pt x="8876" y="1461"/>
                    <a:pt x="8907" y="1415"/>
                  </a:cubicBezTo>
                  <a:cubicBezTo>
                    <a:pt x="8954" y="1344"/>
                    <a:pt x="8931" y="1249"/>
                    <a:pt x="8859" y="1201"/>
                  </a:cubicBezTo>
                  <a:cubicBezTo>
                    <a:pt x="7632" y="426"/>
                    <a:pt x="6348" y="1"/>
                    <a:pt x="506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45"/>
            <p:cNvSpPr/>
            <p:nvPr/>
          </p:nvSpPr>
          <p:spPr>
            <a:xfrm>
              <a:off x="3572864" y="4423300"/>
              <a:ext cx="76141" cy="61479"/>
            </a:xfrm>
            <a:custGeom>
              <a:avLst/>
              <a:gdLst/>
              <a:ahLst/>
              <a:cxnLst/>
              <a:rect l="l" t="t" r="r" b="b"/>
              <a:pathLst>
                <a:path w="2394" h="1933" extrusionOk="0">
                  <a:moveTo>
                    <a:pt x="1143" y="0"/>
                  </a:moveTo>
                  <a:cubicBezTo>
                    <a:pt x="465" y="0"/>
                    <a:pt x="0" y="679"/>
                    <a:pt x="238" y="1322"/>
                  </a:cubicBezTo>
                  <a:cubicBezTo>
                    <a:pt x="258" y="1381"/>
                    <a:pt x="326" y="1423"/>
                    <a:pt x="396" y="1423"/>
                  </a:cubicBezTo>
                  <a:cubicBezTo>
                    <a:pt x="411" y="1423"/>
                    <a:pt x="426" y="1421"/>
                    <a:pt x="441" y="1417"/>
                  </a:cubicBezTo>
                  <a:cubicBezTo>
                    <a:pt x="524" y="1382"/>
                    <a:pt x="560" y="1298"/>
                    <a:pt x="536" y="1203"/>
                  </a:cubicBezTo>
                  <a:cubicBezTo>
                    <a:pt x="354" y="738"/>
                    <a:pt x="729" y="308"/>
                    <a:pt x="1156" y="308"/>
                  </a:cubicBezTo>
                  <a:cubicBezTo>
                    <a:pt x="1287" y="308"/>
                    <a:pt x="1422" y="349"/>
                    <a:pt x="1548" y="441"/>
                  </a:cubicBezTo>
                  <a:cubicBezTo>
                    <a:pt x="2036" y="822"/>
                    <a:pt x="1774" y="1620"/>
                    <a:pt x="1143" y="1620"/>
                  </a:cubicBezTo>
                  <a:cubicBezTo>
                    <a:pt x="1048" y="1620"/>
                    <a:pt x="953" y="1608"/>
                    <a:pt x="881" y="1560"/>
                  </a:cubicBezTo>
                  <a:cubicBezTo>
                    <a:pt x="860" y="1554"/>
                    <a:pt x="840" y="1551"/>
                    <a:pt x="819" y="1551"/>
                  </a:cubicBezTo>
                  <a:cubicBezTo>
                    <a:pt x="759" y="1551"/>
                    <a:pt x="703" y="1578"/>
                    <a:pt x="667" y="1632"/>
                  </a:cubicBezTo>
                  <a:cubicBezTo>
                    <a:pt x="643" y="1715"/>
                    <a:pt x="667" y="1798"/>
                    <a:pt x="738" y="1846"/>
                  </a:cubicBezTo>
                  <a:cubicBezTo>
                    <a:pt x="869" y="1904"/>
                    <a:pt x="1009" y="1933"/>
                    <a:pt x="1148" y="1933"/>
                  </a:cubicBezTo>
                  <a:cubicBezTo>
                    <a:pt x="1438" y="1933"/>
                    <a:pt x="1724" y="1806"/>
                    <a:pt x="1917" y="1548"/>
                  </a:cubicBezTo>
                  <a:cubicBezTo>
                    <a:pt x="2393" y="917"/>
                    <a:pt x="1965" y="0"/>
                    <a:pt x="114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45"/>
            <p:cNvSpPr/>
            <p:nvPr/>
          </p:nvSpPr>
          <p:spPr>
            <a:xfrm>
              <a:off x="3619045" y="4394485"/>
              <a:ext cx="46626" cy="39088"/>
            </a:xfrm>
            <a:custGeom>
              <a:avLst/>
              <a:gdLst/>
              <a:ahLst/>
              <a:cxnLst/>
              <a:rect l="l" t="t" r="r" b="b"/>
              <a:pathLst>
                <a:path w="1466" h="1229" extrusionOk="0">
                  <a:moveTo>
                    <a:pt x="782" y="310"/>
                  </a:moveTo>
                  <a:cubicBezTo>
                    <a:pt x="917" y="310"/>
                    <a:pt x="1054" y="400"/>
                    <a:pt x="1096" y="549"/>
                  </a:cubicBezTo>
                  <a:cubicBezTo>
                    <a:pt x="1120" y="716"/>
                    <a:pt x="1013" y="871"/>
                    <a:pt x="858" y="906"/>
                  </a:cubicBezTo>
                  <a:cubicBezTo>
                    <a:pt x="834" y="912"/>
                    <a:pt x="810" y="914"/>
                    <a:pt x="788" y="914"/>
                  </a:cubicBezTo>
                  <a:cubicBezTo>
                    <a:pt x="553" y="914"/>
                    <a:pt x="406" y="648"/>
                    <a:pt x="537" y="442"/>
                  </a:cubicBezTo>
                  <a:cubicBezTo>
                    <a:pt x="599" y="351"/>
                    <a:pt x="690" y="310"/>
                    <a:pt x="782" y="310"/>
                  </a:cubicBezTo>
                  <a:close/>
                  <a:moveTo>
                    <a:pt x="791" y="1"/>
                  </a:moveTo>
                  <a:cubicBezTo>
                    <a:pt x="598" y="1"/>
                    <a:pt x="403" y="88"/>
                    <a:pt x="275" y="275"/>
                  </a:cubicBezTo>
                  <a:cubicBezTo>
                    <a:pt x="1" y="692"/>
                    <a:pt x="321" y="1229"/>
                    <a:pt x="792" y="1229"/>
                  </a:cubicBezTo>
                  <a:cubicBezTo>
                    <a:pt x="833" y="1229"/>
                    <a:pt x="875" y="1225"/>
                    <a:pt x="918" y="1216"/>
                  </a:cubicBezTo>
                  <a:cubicBezTo>
                    <a:pt x="1251" y="1145"/>
                    <a:pt x="1465" y="811"/>
                    <a:pt x="1394" y="490"/>
                  </a:cubicBezTo>
                  <a:cubicBezTo>
                    <a:pt x="1331" y="176"/>
                    <a:pt x="1064" y="1"/>
                    <a:pt x="79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45"/>
            <p:cNvSpPr/>
            <p:nvPr/>
          </p:nvSpPr>
          <p:spPr>
            <a:xfrm>
              <a:off x="3604669" y="4302505"/>
              <a:ext cx="9860" cy="42046"/>
            </a:xfrm>
            <a:custGeom>
              <a:avLst/>
              <a:gdLst/>
              <a:ahLst/>
              <a:cxnLst/>
              <a:rect l="l" t="t" r="r" b="b"/>
              <a:pathLst>
                <a:path w="310" h="1322" extrusionOk="0">
                  <a:moveTo>
                    <a:pt x="143" y="0"/>
                  </a:moveTo>
                  <a:cubicBezTo>
                    <a:pt x="60" y="0"/>
                    <a:pt x="0" y="72"/>
                    <a:pt x="0" y="155"/>
                  </a:cubicBezTo>
                  <a:lnTo>
                    <a:pt x="0" y="1179"/>
                  </a:lnTo>
                  <a:cubicBezTo>
                    <a:pt x="0" y="1262"/>
                    <a:pt x="72" y="1322"/>
                    <a:pt x="143" y="1322"/>
                  </a:cubicBezTo>
                  <a:cubicBezTo>
                    <a:pt x="238" y="1322"/>
                    <a:pt x="298" y="1250"/>
                    <a:pt x="298" y="1179"/>
                  </a:cubicBezTo>
                  <a:lnTo>
                    <a:pt x="298" y="155"/>
                  </a:lnTo>
                  <a:cubicBezTo>
                    <a:pt x="310" y="72"/>
                    <a:pt x="238" y="0"/>
                    <a:pt x="14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45"/>
            <p:cNvSpPr/>
            <p:nvPr/>
          </p:nvSpPr>
          <p:spPr>
            <a:xfrm>
              <a:off x="3528178" y="4315926"/>
              <a:ext cx="22359" cy="40742"/>
            </a:xfrm>
            <a:custGeom>
              <a:avLst/>
              <a:gdLst/>
              <a:ahLst/>
              <a:cxnLst/>
              <a:rect l="l" t="t" r="r" b="b"/>
              <a:pathLst>
                <a:path w="703" h="1281" extrusionOk="0">
                  <a:moveTo>
                    <a:pt x="163" y="1"/>
                  </a:moveTo>
                  <a:cubicBezTo>
                    <a:pt x="149" y="1"/>
                    <a:pt x="134" y="3"/>
                    <a:pt x="119" y="7"/>
                  </a:cubicBezTo>
                  <a:cubicBezTo>
                    <a:pt x="48" y="43"/>
                    <a:pt x="0" y="126"/>
                    <a:pt x="36" y="209"/>
                  </a:cubicBezTo>
                  <a:lnTo>
                    <a:pt x="393" y="1174"/>
                  </a:lnTo>
                  <a:cubicBezTo>
                    <a:pt x="417" y="1233"/>
                    <a:pt x="477" y="1281"/>
                    <a:pt x="536" y="1281"/>
                  </a:cubicBezTo>
                  <a:cubicBezTo>
                    <a:pt x="631" y="1281"/>
                    <a:pt x="703" y="1174"/>
                    <a:pt x="679" y="1067"/>
                  </a:cubicBezTo>
                  <a:lnTo>
                    <a:pt x="322" y="102"/>
                  </a:lnTo>
                  <a:cubicBezTo>
                    <a:pt x="292" y="43"/>
                    <a:pt x="231" y="1"/>
                    <a:pt x="16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45"/>
            <p:cNvSpPr/>
            <p:nvPr/>
          </p:nvSpPr>
          <p:spPr>
            <a:xfrm>
              <a:off x="3457730" y="4348590"/>
              <a:ext cx="32600" cy="35367"/>
            </a:xfrm>
            <a:custGeom>
              <a:avLst/>
              <a:gdLst/>
              <a:ahLst/>
              <a:cxnLst/>
              <a:rect l="l" t="t" r="r" b="b"/>
              <a:pathLst>
                <a:path w="1025" h="1112" extrusionOk="0">
                  <a:moveTo>
                    <a:pt x="183" y="0"/>
                  </a:moveTo>
                  <a:cubicBezTo>
                    <a:pt x="147" y="0"/>
                    <a:pt x="110" y="13"/>
                    <a:pt x="72" y="40"/>
                  </a:cubicBezTo>
                  <a:cubicBezTo>
                    <a:pt x="13" y="99"/>
                    <a:pt x="1" y="194"/>
                    <a:pt x="60" y="266"/>
                  </a:cubicBezTo>
                  <a:lnTo>
                    <a:pt x="715" y="1052"/>
                  </a:lnTo>
                  <a:cubicBezTo>
                    <a:pt x="751" y="1087"/>
                    <a:pt x="787" y="1111"/>
                    <a:pt x="834" y="1111"/>
                  </a:cubicBezTo>
                  <a:cubicBezTo>
                    <a:pt x="953" y="1099"/>
                    <a:pt x="1025" y="944"/>
                    <a:pt x="953" y="849"/>
                  </a:cubicBezTo>
                  <a:lnTo>
                    <a:pt x="298" y="51"/>
                  </a:lnTo>
                  <a:cubicBezTo>
                    <a:pt x="266" y="19"/>
                    <a:pt x="226" y="0"/>
                    <a:pt x="18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45"/>
            <p:cNvSpPr/>
            <p:nvPr/>
          </p:nvSpPr>
          <p:spPr>
            <a:xfrm>
              <a:off x="3727723" y="4351611"/>
              <a:ext cx="32218" cy="34954"/>
            </a:xfrm>
            <a:custGeom>
              <a:avLst/>
              <a:gdLst/>
              <a:ahLst/>
              <a:cxnLst/>
              <a:rect l="l" t="t" r="r" b="b"/>
              <a:pathLst>
                <a:path w="1013" h="1099" extrusionOk="0">
                  <a:moveTo>
                    <a:pt x="834" y="1"/>
                  </a:moveTo>
                  <a:cubicBezTo>
                    <a:pt x="791" y="1"/>
                    <a:pt x="748" y="19"/>
                    <a:pt x="715" y="52"/>
                  </a:cubicBezTo>
                  <a:lnTo>
                    <a:pt x="60" y="838"/>
                  </a:lnTo>
                  <a:cubicBezTo>
                    <a:pt x="1" y="897"/>
                    <a:pt x="13" y="1004"/>
                    <a:pt x="72" y="1064"/>
                  </a:cubicBezTo>
                  <a:cubicBezTo>
                    <a:pt x="96" y="1088"/>
                    <a:pt x="128" y="1098"/>
                    <a:pt x="161" y="1098"/>
                  </a:cubicBezTo>
                  <a:cubicBezTo>
                    <a:pt x="211" y="1098"/>
                    <a:pt x="263" y="1075"/>
                    <a:pt x="299" y="1040"/>
                  </a:cubicBezTo>
                  <a:lnTo>
                    <a:pt x="953" y="254"/>
                  </a:lnTo>
                  <a:cubicBezTo>
                    <a:pt x="1013" y="183"/>
                    <a:pt x="1013" y="76"/>
                    <a:pt x="930" y="40"/>
                  </a:cubicBezTo>
                  <a:cubicBezTo>
                    <a:pt x="903" y="13"/>
                    <a:pt x="869" y="1"/>
                    <a:pt x="83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45"/>
            <p:cNvSpPr/>
            <p:nvPr/>
          </p:nvSpPr>
          <p:spPr>
            <a:xfrm>
              <a:off x="3668279" y="4315926"/>
              <a:ext cx="22391" cy="40742"/>
            </a:xfrm>
            <a:custGeom>
              <a:avLst/>
              <a:gdLst/>
              <a:ahLst/>
              <a:cxnLst/>
              <a:rect l="l" t="t" r="r" b="b"/>
              <a:pathLst>
                <a:path w="704" h="1281" extrusionOk="0">
                  <a:moveTo>
                    <a:pt x="544" y="1"/>
                  </a:moveTo>
                  <a:cubicBezTo>
                    <a:pt x="481" y="1"/>
                    <a:pt x="413" y="43"/>
                    <a:pt x="394" y="102"/>
                  </a:cubicBezTo>
                  <a:lnTo>
                    <a:pt x="36" y="1067"/>
                  </a:lnTo>
                  <a:cubicBezTo>
                    <a:pt x="1" y="1174"/>
                    <a:pt x="84" y="1281"/>
                    <a:pt x="179" y="1281"/>
                  </a:cubicBezTo>
                  <a:cubicBezTo>
                    <a:pt x="239" y="1281"/>
                    <a:pt x="298" y="1233"/>
                    <a:pt x="334" y="1174"/>
                  </a:cubicBezTo>
                  <a:lnTo>
                    <a:pt x="691" y="209"/>
                  </a:lnTo>
                  <a:cubicBezTo>
                    <a:pt x="703" y="126"/>
                    <a:pt x="655" y="43"/>
                    <a:pt x="584" y="7"/>
                  </a:cubicBezTo>
                  <a:cubicBezTo>
                    <a:pt x="571" y="3"/>
                    <a:pt x="558" y="1"/>
                    <a:pt x="54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45"/>
            <p:cNvSpPr/>
            <p:nvPr/>
          </p:nvSpPr>
          <p:spPr>
            <a:xfrm>
              <a:off x="3603143" y="4563019"/>
              <a:ext cx="9891" cy="42078"/>
            </a:xfrm>
            <a:custGeom>
              <a:avLst/>
              <a:gdLst/>
              <a:ahLst/>
              <a:cxnLst/>
              <a:rect l="l" t="t" r="r" b="b"/>
              <a:pathLst>
                <a:path w="311" h="1323" extrusionOk="0">
                  <a:moveTo>
                    <a:pt x="144" y="1"/>
                  </a:moveTo>
                  <a:cubicBezTo>
                    <a:pt x="60" y="1"/>
                    <a:pt x="1" y="72"/>
                    <a:pt x="1" y="144"/>
                  </a:cubicBezTo>
                  <a:lnTo>
                    <a:pt x="1" y="1168"/>
                  </a:lnTo>
                  <a:cubicBezTo>
                    <a:pt x="1" y="1263"/>
                    <a:pt x="72" y="1322"/>
                    <a:pt x="144" y="1322"/>
                  </a:cubicBezTo>
                  <a:cubicBezTo>
                    <a:pt x="239" y="1322"/>
                    <a:pt x="298" y="1251"/>
                    <a:pt x="298" y="1168"/>
                  </a:cubicBezTo>
                  <a:lnTo>
                    <a:pt x="298" y="144"/>
                  </a:lnTo>
                  <a:cubicBezTo>
                    <a:pt x="310" y="72"/>
                    <a:pt x="239" y="1"/>
                    <a:pt x="14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45"/>
            <p:cNvSpPr/>
            <p:nvPr/>
          </p:nvSpPr>
          <p:spPr>
            <a:xfrm>
              <a:off x="3667134" y="4552206"/>
              <a:ext cx="22009" cy="40233"/>
            </a:xfrm>
            <a:custGeom>
              <a:avLst/>
              <a:gdLst/>
              <a:ahLst/>
              <a:cxnLst/>
              <a:rect l="l" t="t" r="r" b="b"/>
              <a:pathLst>
                <a:path w="692" h="1265" extrusionOk="0">
                  <a:moveTo>
                    <a:pt x="165" y="0"/>
                  </a:moveTo>
                  <a:cubicBezTo>
                    <a:pt x="150" y="0"/>
                    <a:pt x="135" y="3"/>
                    <a:pt x="120" y="7"/>
                  </a:cubicBezTo>
                  <a:cubicBezTo>
                    <a:pt x="37" y="43"/>
                    <a:pt x="1" y="126"/>
                    <a:pt x="25" y="198"/>
                  </a:cubicBezTo>
                  <a:lnTo>
                    <a:pt x="382" y="1174"/>
                  </a:lnTo>
                  <a:cubicBezTo>
                    <a:pt x="410" y="1231"/>
                    <a:pt x="468" y="1265"/>
                    <a:pt x="527" y="1265"/>
                  </a:cubicBezTo>
                  <a:cubicBezTo>
                    <a:pt x="542" y="1265"/>
                    <a:pt x="557" y="1263"/>
                    <a:pt x="572" y="1258"/>
                  </a:cubicBezTo>
                  <a:cubicBezTo>
                    <a:pt x="656" y="1234"/>
                    <a:pt x="691" y="1139"/>
                    <a:pt x="668" y="1067"/>
                  </a:cubicBezTo>
                  <a:lnTo>
                    <a:pt x="310" y="103"/>
                  </a:lnTo>
                  <a:cubicBezTo>
                    <a:pt x="282" y="36"/>
                    <a:pt x="223" y="0"/>
                    <a:pt x="16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45"/>
            <p:cNvSpPr/>
            <p:nvPr/>
          </p:nvSpPr>
          <p:spPr>
            <a:xfrm>
              <a:off x="3727723" y="4524662"/>
              <a:ext cx="32982" cy="35367"/>
            </a:xfrm>
            <a:custGeom>
              <a:avLst/>
              <a:gdLst/>
              <a:ahLst/>
              <a:cxnLst/>
              <a:rect l="l" t="t" r="r" b="b"/>
              <a:pathLst>
                <a:path w="1037" h="1112" extrusionOk="0">
                  <a:moveTo>
                    <a:pt x="178" y="1"/>
                  </a:moveTo>
                  <a:cubicBezTo>
                    <a:pt x="142" y="1"/>
                    <a:pt x="104" y="13"/>
                    <a:pt x="72" y="40"/>
                  </a:cubicBezTo>
                  <a:cubicBezTo>
                    <a:pt x="13" y="100"/>
                    <a:pt x="1" y="195"/>
                    <a:pt x="60" y="266"/>
                  </a:cubicBezTo>
                  <a:lnTo>
                    <a:pt x="715" y="1052"/>
                  </a:lnTo>
                  <a:cubicBezTo>
                    <a:pt x="739" y="1088"/>
                    <a:pt x="787" y="1112"/>
                    <a:pt x="834" y="1112"/>
                  </a:cubicBezTo>
                  <a:cubicBezTo>
                    <a:pt x="965" y="1100"/>
                    <a:pt x="1037" y="945"/>
                    <a:pt x="953" y="850"/>
                  </a:cubicBezTo>
                  <a:lnTo>
                    <a:pt x="299" y="52"/>
                  </a:lnTo>
                  <a:cubicBezTo>
                    <a:pt x="266" y="19"/>
                    <a:pt x="222" y="1"/>
                    <a:pt x="17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45"/>
            <p:cNvSpPr/>
            <p:nvPr/>
          </p:nvSpPr>
          <p:spPr>
            <a:xfrm>
              <a:off x="3457349" y="4522023"/>
              <a:ext cx="32218" cy="34954"/>
            </a:xfrm>
            <a:custGeom>
              <a:avLst/>
              <a:gdLst/>
              <a:ahLst/>
              <a:cxnLst/>
              <a:rect l="l" t="t" r="r" b="b"/>
              <a:pathLst>
                <a:path w="1013" h="1099" extrusionOk="0">
                  <a:moveTo>
                    <a:pt x="841" y="0"/>
                  </a:moveTo>
                  <a:cubicBezTo>
                    <a:pt x="795" y="0"/>
                    <a:pt x="748" y="19"/>
                    <a:pt x="715" y="52"/>
                  </a:cubicBezTo>
                  <a:lnTo>
                    <a:pt x="60" y="837"/>
                  </a:lnTo>
                  <a:cubicBezTo>
                    <a:pt x="1" y="897"/>
                    <a:pt x="13" y="1004"/>
                    <a:pt x="72" y="1064"/>
                  </a:cubicBezTo>
                  <a:cubicBezTo>
                    <a:pt x="96" y="1088"/>
                    <a:pt x="128" y="1098"/>
                    <a:pt x="161" y="1098"/>
                  </a:cubicBezTo>
                  <a:cubicBezTo>
                    <a:pt x="211" y="1098"/>
                    <a:pt x="263" y="1075"/>
                    <a:pt x="298" y="1040"/>
                  </a:cubicBezTo>
                  <a:lnTo>
                    <a:pt x="953" y="254"/>
                  </a:lnTo>
                  <a:cubicBezTo>
                    <a:pt x="1013" y="183"/>
                    <a:pt x="1013" y="99"/>
                    <a:pt x="941" y="40"/>
                  </a:cubicBezTo>
                  <a:cubicBezTo>
                    <a:pt x="915" y="13"/>
                    <a:pt x="878" y="0"/>
                    <a:pt x="84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45"/>
            <p:cNvSpPr/>
            <p:nvPr/>
          </p:nvSpPr>
          <p:spPr>
            <a:xfrm>
              <a:off x="3526270" y="4551665"/>
              <a:ext cx="22772" cy="40392"/>
            </a:xfrm>
            <a:custGeom>
              <a:avLst/>
              <a:gdLst/>
              <a:ahLst/>
              <a:cxnLst/>
              <a:rect l="l" t="t" r="r" b="b"/>
              <a:pathLst>
                <a:path w="716" h="1270" extrusionOk="0">
                  <a:moveTo>
                    <a:pt x="531" y="0"/>
                  </a:moveTo>
                  <a:cubicBezTo>
                    <a:pt x="472" y="0"/>
                    <a:pt x="412" y="41"/>
                    <a:pt x="394" y="96"/>
                  </a:cubicBezTo>
                  <a:lnTo>
                    <a:pt x="36" y="1072"/>
                  </a:lnTo>
                  <a:cubicBezTo>
                    <a:pt x="1" y="1144"/>
                    <a:pt x="48" y="1227"/>
                    <a:pt x="120" y="1263"/>
                  </a:cubicBezTo>
                  <a:cubicBezTo>
                    <a:pt x="137" y="1268"/>
                    <a:pt x="154" y="1270"/>
                    <a:pt x="170" y="1270"/>
                  </a:cubicBezTo>
                  <a:cubicBezTo>
                    <a:pt x="235" y="1270"/>
                    <a:pt x="294" y="1234"/>
                    <a:pt x="322" y="1167"/>
                  </a:cubicBezTo>
                  <a:lnTo>
                    <a:pt x="679" y="203"/>
                  </a:lnTo>
                  <a:cubicBezTo>
                    <a:pt x="715" y="132"/>
                    <a:pt x="679" y="36"/>
                    <a:pt x="584" y="13"/>
                  </a:cubicBezTo>
                  <a:cubicBezTo>
                    <a:pt x="567" y="4"/>
                    <a:pt x="549" y="0"/>
                    <a:pt x="53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41" name="Google Shape;441;p45"/>
          <p:cNvGrpSpPr/>
          <p:nvPr/>
        </p:nvGrpSpPr>
        <p:grpSpPr>
          <a:xfrm>
            <a:off x="1680253" y="1202949"/>
            <a:ext cx="263743" cy="320865"/>
            <a:chOff x="1768821" y="3361108"/>
            <a:chExt cx="278739" cy="339073"/>
          </a:xfrm>
        </p:grpSpPr>
        <p:sp>
          <p:nvSpPr>
            <p:cNvPr id="442" name="Google Shape;442;p45"/>
            <p:cNvSpPr/>
            <p:nvPr/>
          </p:nvSpPr>
          <p:spPr>
            <a:xfrm>
              <a:off x="1784374" y="3549744"/>
              <a:ext cx="32218" cy="21564"/>
            </a:xfrm>
            <a:custGeom>
              <a:avLst/>
              <a:gdLst/>
              <a:ahLst/>
              <a:cxnLst/>
              <a:rect l="l" t="t" r="r" b="b"/>
              <a:pathLst>
                <a:path w="1013" h="678" extrusionOk="0">
                  <a:moveTo>
                    <a:pt x="830" y="1"/>
                  </a:moveTo>
                  <a:cubicBezTo>
                    <a:pt x="804" y="1"/>
                    <a:pt x="776" y="8"/>
                    <a:pt x="750" y="23"/>
                  </a:cubicBezTo>
                  <a:lnTo>
                    <a:pt x="143" y="380"/>
                  </a:lnTo>
                  <a:cubicBezTo>
                    <a:pt x="0" y="451"/>
                    <a:pt x="48" y="677"/>
                    <a:pt x="214" y="677"/>
                  </a:cubicBezTo>
                  <a:cubicBezTo>
                    <a:pt x="238" y="677"/>
                    <a:pt x="274" y="677"/>
                    <a:pt x="286" y="665"/>
                  </a:cubicBezTo>
                  <a:lnTo>
                    <a:pt x="893" y="308"/>
                  </a:lnTo>
                  <a:cubicBezTo>
                    <a:pt x="1000" y="261"/>
                    <a:pt x="1012" y="154"/>
                    <a:pt x="976" y="82"/>
                  </a:cubicBezTo>
                  <a:cubicBezTo>
                    <a:pt x="944" y="33"/>
                    <a:pt x="889" y="1"/>
                    <a:pt x="83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45"/>
            <p:cNvSpPr/>
            <p:nvPr/>
          </p:nvSpPr>
          <p:spPr>
            <a:xfrm>
              <a:off x="1998326" y="3551652"/>
              <a:ext cx="32218" cy="21532"/>
            </a:xfrm>
            <a:custGeom>
              <a:avLst/>
              <a:gdLst/>
              <a:ahLst/>
              <a:cxnLst/>
              <a:rect l="l" t="t" r="r" b="b"/>
              <a:pathLst>
                <a:path w="1013" h="677" extrusionOk="0">
                  <a:moveTo>
                    <a:pt x="199" y="0"/>
                  </a:moveTo>
                  <a:cubicBezTo>
                    <a:pt x="141" y="0"/>
                    <a:pt x="80" y="33"/>
                    <a:pt x="48" y="82"/>
                  </a:cubicBezTo>
                  <a:cubicBezTo>
                    <a:pt x="0" y="153"/>
                    <a:pt x="36" y="260"/>
                    <a:pt x="107" y="308"/>
                  </a:cubicBezTo>
                  <a:cubicBezTo>
                    <a:pt x="726" y="665"/>
                    <a:pt x="714" y="677"/>
                    <a:pt x="810" y="677"/>
                  </a:cubicBezTo>
                  <a:cubicBezTo>
                    <a:pt x="953" y="677"/>
                    <a:pt x="1012" y="451"/>
                    <a:pt x="881" y="379"/>
                  </a:cubicBezTo>
                  <a:lnTo>
                    <a:pt x="274" y="22"/>
                  </a:lnTo>
                  <a:cubicBezTo>
                    <a:pt x="251" y="7"/>
                    <a:pt x="226" y="0"/>
                    <a:pt x="19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45"/>
            <p:cNvSpPr/>
            <p:nvPr/>
          </p:nvSpPr>
          <p:spPr>
            <a:xfrm>
              <a:off x="1826007" y="3466383"/>
              <a:ext cx="142041" cy="233799"/>
            </a:xfrm>
            <a:custGeom>
              <a:avLst/>
              <a:gdLst/>
              <a:ahLst/>
              <a:cxnLst/>
              <a:rect l="l" t="t" r="r" b="b"/>
              <a:pathLst>
                <a:path w="4466" h="7351" extrusionOk="0">
                  <a:moveTo>
                    <a:pt x="1715" y="346"/>
                  </a:moveTo>
                  <a:cubicBezTo>
                    <a:pt x="1882" y="346"/>
                    <a:pt x="2013" y="489"/>
                    <a:pt x="2013" y="643"/>
                  </a:cubicBezTo>
                  <a:lnTo>
                    <a:pt x="2013" y="941"/>
                  </a:lnTo>
                  <a:lnTo>
                    <a:pt x="1668" y="941"/>
                  </a:lnTo>
                  <a:cubicBezTo>
                    <a:pt x="1501" y="941"/>
                    <a:pt x="1370" y="810"/>
                    <a:pt x="1370" y="643"/>
                  </a:cubicBezTo>
                  <a:cubicBezTo>
                    <a:pt x="1370" y="489"/>
                    <a:pt x="1501" y="346"/>
                    <a:pt x="1668" y="346"/>
                  </a:cubicBezTo>
                  <a:close/>
                  <a:moveTo>
                    <a:pt x="3573" y="346"/>
                  </a:moveTo>
                  <a:cubicBezTo>
                    <a:pt x="3739" y="346"/>
                    <a:pt x="3870" y="489"/>
                    <a:pt x="3870" y="643"/>
                  </a:cubicBezTo>
                  <a:cubicBezTo>
                    <a:pt x="3870" y="810"/>
                    <a:pt x="3739" y="941"/>
                    <a:pt x="3573" y="941"/>
                  </a:cubicBezTo>
                  <a:lnTo>
                    <a:pt x="3239" y="941"/>
                  </a:lnTo>
                  <a:lnTo>
                    <a:pt x="3239" y="643"/>
                  </a:lnTo>
                  <a:cubicBezTo>
                    <a:pt x="3239" y="489"/>
                    <a:pt x="3370" y="346"/>
                    <a:pt x="3537" y="346"/>
                  </a:cubicBezTo>
                  <a:close/>
                  <a:moveTo>
                    <a:pt x="3727" y="4370"/>
                  </a:moveTo>
                  <a:lnTo>
                    <a:pt x="3727" y="5049"/>
                  </a:lnTo>
                  <a:lnTo>
                    <a:pt x="1513" y="5049"/>
                  </a:lnTo>
                  <a:lnTo>
                    <a:pt x="1513" y="4370"/>
                  </a:lnTo>
                  <a:close/>
                  <a:moveTo>
                    <a:pt x="3739" y="5370"/>
                  </a:moveTo>
                  <a:lnTo>
                    <a:pt x="3739" y="5799"/>
                  </a:lnTo>
                  <a:lnTo>
                    <a:pt x="3727" y="5799"/>
                  </a:lnTo>
                  <a:cubicBezTo>
                    <a:pt x="3727" y="5930"/>
                    <a:pt x="3620" y="6037"/>
                    <a:pt x="3489" y="6037"/>
                  </a:cubicBezTo>
                  <a:lnTo>
                    <a:pt x="1763" y="6037"/>
                  </a:lnTo>
                  <a:cubicBezTo>
                    <a:pt x="1620" y="6037"/>
                    <a:pt x="1525" y="5930"/>
                    <a:pt x="1525" y="5799"/>
                  </a:cubicBezTo>
                  <a:lnTo>
                    <a:pt x="1525" y="5370"/>
                  </a:lnTo>
                  <a:close/>
                  <a:moveTo>
                    <a:pt x="1656" y="0"/>
                  </a:moveTo>
                  <a:cubicBezTo>
                    <a:pt x="1310" y="0"/>
                    <a:pt x="1037" y="286"/>
                    <a:pt x="1037" y="631"/>
                  </a:cubicBezTo>
                  <a:cubicBezTo>
                    <a:pt x="1037" y="977"/>
                    <a:pt x="1310" y="1262"/>
                    <a:pt x="1656" y="1262"/>
                  </a:cubicBezTo>
                  <a:lnTo>
                    <a:pt x="2001" y="1262"/>
                  </a:lnTo>
                  <a:lnTo>
                    <a:pt x="2001" y="2548"/>
                  </a:lnTo>
                  <a:cubicBezTo>
                    <a:pt x="2001" y="2644"/>
                    <a:pt x="2072" y="2715"/>
                    <a:pt x="2168" y="2715"/>
                  </a:cubicBezTo>
                  <a:cubicBezTo>
                    <a:pt x="2251" y="2715"/>
                    <a:pt x="2322" y="2644"/>
                    <a:pt x="2322" y="2548"/>
                  </a:cubicBezTo>
                  <a:lnTo>
                    <a:pt x="2322" y="1262"/>
                  </a:lnTo>
                  <a:lnTo>
                    <a:pt x="2906" y="1262"/>
                  </a:lnTo>
                  <a:lnTo>
                    <a:pt x="2906" y="4037"/>
                  </a:lnTo>
                  <a:lnTo>
                    <a:pt x="2322" y="4037"/>
                  </a:lnTo>
                  <a:lnTo>
                    <a:pt x="2322" y="3191"/>
                  </a:lnTo>
                  <a:cubicBezTo>
                    <a:pt x="2322" y="3108"/>
                    <a:pt x="2251" y="3025"/>
                    <a:pt x="2168" y="3025"/>
                  </a:cubicBezTo>
                  <a:cubicBezTo>
                    <a:pt x="2072" y="3025"/>
                    <a:pt x="2001" y="3108"/>
                    <a:pt x="2001" y="3191"/>
                  </a:cubicBezTo>
                  <a:lnTo>
                    <a:pt x="2001" y="4060"/>
                  </a:lnTo>
                  <a:lnTo>
                    <a:pt x="1513" y="4060"/>
                  </a:lnTo>
                  <a:cubicBezTo>
                    <a:pt x="1489" y="3596"/>
                    <a:pt x="1298" y="3167"/>
                    <a:pt x="941" y="2846"/>
                  </a:cubicBezTo>
                  <a:cubicBezTo>
                    <a:pt x="679" y="2608"/>
                    <a:pt x="465" y="2310"/>
                    <a:pt x="334" y="1989"/>
                  </a:cubicBezTo>
                  <a:cubicBezTo>
                    <a:pt x="305" y="1930"/>
                    <a:pt x="235" y="1887"/>
                    <a:pt x="165" y="1887"/>
                  </a:cubicBezTo>
                  <a:cubicBezTo>
                    <a:pt x="150" y="1887"/>
                    <a:pt x="135" y="1889"/>
                    <a:pt x="120" y="1893"/>
                  </a:cubicBezTo>
                  <a:cubicBezTo>
                    <a:pt x="48" y="1929"/>
                    <a:pt x="1" y="2036"/>
                    <a:pt x="36" y="2108"/>
                  </a:cubicBezTo>
                  <a:cubicBezTo>
                    <a:pt x="179" y="2477"/>
                    <a:pt x="417" y="2810"/>
                    <a:pt x="715" y="3084"/>
                  </a:cubicBezTo>
                  <a:cubicBezTo>
                    <a:pt x="1001" y="3358"/>
                    <a:pt x="1179" y="3727"/>
                    <a:pt x="1179" y="4120"/>
                  </a:cubicBezTo>
                  <a:lnTo>
                    <a:pt x="1179" y="5823"/>
                  </a:lnTo>
                  <a:cubicBezTo>
                    <a:pt x="1179" y="6096"/>
                    <a:pt x="1358" y="6311"/>
                    <a:pt x="1608" y="6382"/>
                  </a:cubicBezTo>
                  <a:cubicBezTo>
                    <a:pt x="1608" y="6513"/>
                    <a:pt x="1644" y="6644"/>
                    <a:pt x="1703" y="6775"/>
                  </a:cubicBezTo>
                  <a:cubicBezTo>
                    <a:pt x="1738" y="6837"/>
                    <a:pt x="1793" y="6872"/>
                    <a:pt x="1848" y="6872"/>
                  </a:cubicBezTo>
                  <a:cubicBezTo>
                    <a:pt x="1868" y="6872"/>
                    <a:pt x="1887" y="6868"/>
                    <a:pt x="1906" y="6858"/>
                  </a:cubicBezTo>
                  <a:cubicBezTo>
                    <a:pt x="1989" y="6811"/>
                    <a:pt x="2025" y="6715"/>
                    <a:pt x="1989" y="6644"/>
                  </a:cubicBezTo>
                  <a:cubicBezTo>
                    <a:pt x="1953" y="6573"/>
                    <a:pt x="1930" y="6477"/>
                    <a:pt x="1930" y="6394"/>
                  </a:cubicBezTo>
                  <a:lnTo>
                    <a:pt x="3263" y="6394"/>
                  </a:lnTo>
                  <a:cubicBezTo>
                    <a:pt x="3243" y="6759"/>
                    <a:pt x="2922" y="7025"/>
                    <a:pt x="2575" y="7025"/>
                  </a:cubicBezTo>
                  <a:cubicBezTo>
                    <a:pt x="2503" y="7025"/>
                    <a:pt x="2430" y="7014"/>
                    <a:pt x="2358" y="6989"/>
                  </a:cubicBezTo>
                  <a:cubicBezTo>
                    <a:pt x="2336" y="6981"/>
                    <a:pt x="2314" y="6977"/>
                    <a:pt x="2294" y="6977"/>
                  </a:cubicBezTo>
                  <a:cubicBezTo>
                    <a:pt x="2227" y="6977"/>
                    <a:pt x="2171" y="7018"/>
                    <a:pt x="2144" y="7073"/>
                  </a:cubicBezTo>
                  <a:cubicBezTo>
                    <a:pt x="2120" y="7168"/>
                    <a:pt x="2168" y="7251"/>
                    <a:pt x="2239" y="7287"/>
                  </a:cubicBezTo>
                  <a:cubicBezTo>
                    <a:pt x="2356" y="7330"/>
                    <a:pt x="2473" y="7350"/>
                    <a:pt x="2588" y="7350"/>
                  </a:cubicBezTo>
                  <a:cubicBezTo>
                    <a:pt x="3106" y="7350"/>
                    <a:pt x="3563" y="6940"/>
                    <a:pt x="3573" y="6394"/>
                  </a:cubicBezTo>
                  <a:cubicBezTo>
                    <a:pt x="3835" y="6334"/>
                    <a:pt x="4013" y="6108"/>
                    <a:pt x="4013" y="5846"/>
                  </a:cubicBezTo>
                  <a:lnTo>
                    <a:pt x="4013" y="4156"/>
                  </a:lnTo>
                  <a:cubicBezTo>
                    <a:pt x="4013" y="3798"/>
                    <a:pt x="4144" y="3465"/>
                    <a:pt x="4370" y="3203"/>
                  </a:cubicBezTo>
                  <a:cubicBezTo>
                    <a:pt x="4466" y="3108"/>
                    <a:pt x="4454" y="3001"/>
                    <a:pt x="4394" y="2941"/>
                  </a:cubicBezTo>
                  <a:cubicBezTo>
                    <a:pt x="4366" y="2913"/>
                    <a:pt x="4326" y="2898"/>
                    <a:pt x="4287" y="2898"/>
                  </a:cubicBezTo>
                  <a:cubicBezTo>
                    <a:pt x="4243" y="2898"/>
                    <a:pt x="4199" y="2916"/>
                    <a:pt x="4168" y="2953"/>
                  </a:cubicBezTo>
                  <a:cubicBezTo>
                    <a:pt x="3906" y="3251"/>
                    <a:pt x="3739" y="3644"/>
                    <a:pt x="3727" y="4060"/>
                  </a:cubicBezTo>
                  <a:lnTo>
                    <a:pt x="3239" y="4060"/>
                  </a:lnTo>
                  <a:lnTo>
                    <a:pt x="3239" y="1262"/>
                  </a:lnTo>
                  <a:lnTo>
                    <a:pt x="3573" y="1262"/>
                  </a:lnTo>
                  <a:cubicBezTo>
                    <a:pt x="3918" y="1262"/>
                    <a:pt x="4204" y="977"/>
                    <a:pt x="4204" y="631"/>
                  </a:cubicBezTo>
                  <a:cubicBezTo>
                    <a:pt x="4204" y="286"/>
                    <a:pt x="3918" y="0"/>
                    <a:pt x="3573" y="0"/>
                  </a:cubicBezTo>
                  <a:lnTo>
                    <a:pt x="3537" y="0"/>
                  </a:lnTo>
                  <a:cubicBezTo>
                    <a:pt x="3192" y="0"/>
                    <a:pt x="2906" y="286"/>
                    <a:pt x="2906" y="631"/>
                  </a:cubicBezTo>
                  <a:lnTo>
                    <a:pt x="2906" y="929"/>
                  </a:lnTo>
                  <a:lnTo>
                    <a:pt x="2322" y="929"/>
                  </a:lnTo>
                  <a:lnTo>
                    <a:pt x="2322" y="631"/>
                  </a:lnTo>
                  <a:cubicBezTo>
                    <a:pt x="2322" y="286"/>
                    <a:pt x="2049" y="0"/>
                    <a:pt x="170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45"/>
            <p:cNvSpPr/>
            <p:nvPr/>
          </p:nvSpPr>
          <p:spPr>
            <a:xfrm>
              <a:off x="1820345" y="3409706"/>
              <a:ext cx="177631" cy="144236"/>
            </a:xfrm>
            <a:custGeom>
              <a:avLst/>
              <a:gdLst/>
              <a:ahLst/>
              <a:cxnLst/>
              <a:rect l="l" t="t" r="r" b="b"/>
              <a:pathLst>
                <a:path w="5585" h="4535" extrusionOk="0">
                  <a:moveTo>
                    <a:pt x="2818" y="1"/>
                  </a:moveTo>
                  <a:cubicBezTo>
                    <a:pt x="1382" y="1"/>
                    <a:pt x="0" y="1113"/>
                    <a:pt x="0" y="2782"/>
                  </a:cubicBezTo>
                  <a:cubicBezTo>
                    <a:pt x="0" y="2937"/>
                    <a:pt x="24" y="3080"/>
                    <a:pt x="36" y="3223"/>
                  </a:cubicBezTo>
                  <a:cubicBezTo>
                    <a:pt x="47" y="3299"/>
                    <a:pt x="107" y="3355"/>
                    <a:pt x="190" y="3355"/>
                  </a:cubicBezTo>
                  <a:cubicBezTo>
                    <a:pt x="198" y="3355"/>
                    <a:pt x="206" y="3355"/>
                    <a:pt x="214" y="3354"/>
                  </a:cubicBezTo>
                  <a:cubicBezTo>
                    <a:pt x="298" y="3342"/>
                    <a:pt x="357" y="3259"/>
                    <a:pt x="345" y="3175"/>
                  </a:cubicBezTo>
                  <a:cubicBezTo>
                    <a:pt x="333" y="3044"/>
                    <a:pt x="310" y="2925"/>
                    <a:pt x="310" y="2782"/>
                  </a:cubicBezTo>
                  <a:cubicBezTo>
                    <a:pt x="310" y="1416"/>
                    <a:pt x="1429" y="318"/>
                    <a:pt x="2779" y="318"/>
                  </a:cubicBezTo>
                  <a:cubicBezTo>
                    <a:pt x="2793" y="318"/>
                    <a:pt x="2807" y="318"/>
                    <a:pt x="2822" y="318"/>
                  </a:cubicBezTo>
                  <a:cubicBezTo>
                    <a:pt x="4143" y="330"/>
                    <a:pt x="5227" y="1437"/>
                    <a:pt x="5239" y="2759"/>
                  </a:cubicBezTo>
                  <a:lnTo>
                    <a:pt x="5239" y="2782"/>
                  </a:lnTo>
                  <a:cubicBezTo>
                    <a:pt x="5239" y="3318"/>
                    <a:pt x="5060" y="3842"/>
                    <a:pt x="4751" y="4271"/>
                  </a:cubicBezTo>
                  <a:cubicBezTo>
                    <a:pt x="4691" y="4354"/>
                    <a:pt x="4703" y="4437"/>
                    <a:pt x="4775" y="4497"/>
                  </a:cubicBezTo>
                  <a:cubicBezTo>
                    <a:pt x="4809" y="4522"/>
                    <a:pt x="4844" y="4534"/>
                    <a:pt x="4877" y="4534"/>
                  </a:cubicBezTo>
                  <a:cubicBezTo>
                    <a:pt x="4923" y="4534"/>
                    <a:pt x="4966" y="4510"/>
                    <a:pt x="5001" y="4461"/>
                  </a:cubicBezTo>
                  <a:cubicBezTo>
                    <a:pt x="5370" y="3973"/>
                    <a:pt x="5572" y="3390"/>
                    <a:pt x="5572" y="2782"/>
                  </a:cubicBezTo>
                  <a:cubicBezTo>
                    <a:pt x="5584" y="2782"/>
                    <a:pt x="5584" y="2771"/>
                    <a:pt x="5584" y="2759"/>
                  </a:cubicBezTo>
                  <a:cubicBezTo>
                    <a:pt x="5572" y="2032"/>
                    <a:pt x="5286" y="1342"/>
                    <a:pt x="4763" y="818"/>
                  </a:cubicBezTo>
                  <a:cubicBezTo>
                    <a:pt x="4198" y="253"/>
                    <a:pt x="3502" y="1"/>
                    <a:pt x="28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45"/>
            <p:cNvSpPr/>
            <p:nvPr/>
          </p:nvSpPr>
          <p:spPr>
            <a:xfrm>
              <a:off x="1904406" y="3361108"/>
              <a:ext cx="10241" cy="32982"/>
            </a:xfrm>
            <a:custGeom>
              <a:avLst/>
              <a:gdLst/>
              <a:ahLst/>
              <a:cxnLst/>
              <a:rect l="l" t="t" r="r" b="b"/>
              <a:pathLst>
                <a:path w="322" h="1037" extrusionOk="0">
                  <a:moveTo>
                    <a:pt x="155" y="0"/>
                  </a:moveTo>
                  <a:cubicBezTo>
                    <a:pt x="72" y="0"/>
                    <a:pt x="0" y="72"/>
                    <a:pt x="0" y="167"/>
                  </a:cubicBezTo>
                  <a:lnTo>
                    <a:pt x="0" y="870"/>
                  </a:lnTo>
                  <a:cubicBezTo>
                    <a:pt x="0" y="965"/>
                    <a:pt x="72" y="1036"/>
                    <a:pt x="155" y="1036"/>
                  </a:cubicBezTo>
                  <a:cubicBezTo>
                    <a:pt x="250" y="1036"/>
                    <a:pt x="322" y="965"/>
                    <a:pt x="322" y="870"/>
                  </a:cubicBezTo>
                  <a:lnTo>
                    <a:pt x="322" y="167"/>
                  </a:lnTo>
                  <a:cubicBezTo>
                    <a:pt x="310" y="60"/>
                    <a:pt x="250" y="0"/>
                    <a:pt x="15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45"/>
            <p:cNvSpPr/>
            <p:nvPr/>
          </p:nvSpPr>
          <p:spPr>
            <a:xfrm>
              <a:off x="1836248" y="3378219"/>
              <a:ext cx="23504" cy="29865"/>
            </a:xfrm>
            <a:custGeom>
              <a:avLst/>
              <a:gdLst/>
              <a:ahLst/>
              <a:cxnLst/>
              <a:rect l="l" t="t" r="r" b="b"/>
              <a:pathLst>
                <a:path w="739" h="939" extrusionOk="0">
                  <a:moveTo>
                    <a:pt x="181" y="0"/>
                  </a:moveTo>
                  <a:cubicBezTo>
                    <a:pt x="154" y="0"/>
                    <a:pt x="125" y="7"/>
                    <a:pt x="95" y="22"/>
                  </a:cubicBezTo>
                  <a:cubicBezTo>
                    <a:pt x="24" y="70"/>
                    <a:pt x="0" y="165"/>
                    <a:pt x="36" y="248"/>
                  </a:cubicBezTo>
                  <a:lnTo>
                    <a:pt x="393" y="855"/>
                  </a:lnTo>
                  <a:cubicBezTo>
                    <a:pt x="429" y="903"/>
                    <a:pt x="488" y="939"/>
                    <a:pt x="536" y="939"/>
                  </a:cubicBezTo>
                  <a:cubicBezTo>
                    <a:pt x="667" y="939"/>
                    <a:pt x="738" y="796"/>
                    <a:pt x="679" y="701"/>
                  </a:cubicBezTo>
                  <a:lnTo>
                    <a:pt x="322" y="82"/>
                  </a:lnTo>
                  <a:cubicBezTo>
                    <a:pt x="289" y="33"/>
                    <a:pt x="239" y="0"/>
                    <a:pt x="18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45"/>
            <p:cNvSpPr/>
            <p:nvPr/>
          </p:nvSpPr>
          <p:spPr>
            <a:xfrm>
              <a:off x="1787014" y="3427072"/>
              <a:ext cx="31073" cy="21691"/>
            </a:xfrm>
            <a:custGeom>
              <a:avLst/>
              <a:gdLst/>
              <a:ahLst/>
              <a:cxnLst/>
              <a:rect l="l" t="t" r="r" b="b"/>
              <a:pathLst>
                <a:path w="977" h="682" extrusionOk="0">
                  <a:moveTo>
                    <a:pt x="187" y="0"/>
                  </a:moveTo>
                  <a:cubicBezTo>
                    <a:pt x="129" y="0"/>
                    <a:pt x="69" y="32"/>
                    <a:pt x="36" y="81"/>
                  </a:cubicBezTo>
                  <a:cubicBezTo>
                    <a:pt x="0" y="153"/>
                    <a:pt x="24" y="260"/>
                    <a:pt x="96" y="308"/>
                  </a:cubicBezTo>
                  <a:lnTo>
                    <a:pt x="715" y="665"/>
                  </a:lnTo>
                  <a:cubicBezTo>
                    <a:pt x="737" y="676"/>
                    <a:pt x="762" y="681"/>
                    <a:pt x="788" y="681"/>
                  </a:cubicBezTo>
                  <a:cubicBezTo>
                    <a:pt x="846" y="681"/>
                    <a:pt x="904" y="655"/>
                    <a:pt x="929" y="605"/>
                  </a:cubicBezTo>
                  <a:cubicBezTo>
                    <a:pt x="977" y="510"/>
                    <a:pt x="953" y="427"/>
                    <a:pt x="870" y="379"/>
                  </a:cubicBezTo>
                  <a:lnTo>
                    <a:pt x="262" y="22"/>
                  </a:lnTo>
                  <a:cubicBezTo>
                    <a:pt x="240" y="7"/>
                    <a:pt x="214" y="0"/>
                    <a:pt x="18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45"/>
            <p:cNvSpPr/>
            <p:nvPr/>
          </p:nvSpPr>
          <p:spPr>
            <a:xfrm>
              <a:off x="1768821" y="3494021"/>
              <a:ext cx="33363" cy="10623"/>
            </a:xfrm>
            <a:custGeom>
              <a:avLst/>
              <a:gdLst/>
              <a:ahLst/>
              <a:cxnLst/>
              <a:rect l="l" t="t" r="r" b="b"/>
              <a:pathLst>
                <a:path w="1049" h="334" extrusionOk="0">
                  <a:moveTo>
                    <a:pt x="168" y="1"/>
                  </a:moveTo>
                  <a:cubicBezTo>
                    <a:pt x="72" y="1"/>
                    <a:pt x="1" y="72"/>
                    <a:pt x="1" y="167"/>
                  </a:cubicBezTo>
                  <a:cubicBezTo>
                    <a:pt x="1" y="251"/>
                    <a:pt x="72" y="334"/>
                    <a:pt x="168" y="334"/>
                  </a:cubicBezTo>
                  <a:lnTo>
                    <a:pt x="882" y="334"/>
                  </a:lnTo>
                  <a:cubicBezTo>
                    <a:pt x="965" y="334"/>
                    <a:pt x="1049" y="251"/>
                    <a:pt x="1049" y="167"/>
                  </a:cubicBezTo>
                  <a:cubicBezTo>
                    <a:pt x="1049" y="72"/>
                    <a:pt x="965" y="1"/>
                    <a:pt x="88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45"/>
            <p:cNvSpPr/>
            <p:nvPr/>
          </p:nvSpPr>
          <p:spPr>
            <a:xfrm>
              <a:off x="2014610" y="3495930"/>
              <a:ext cx="32950" cy="10623"/>
            </a:xfrm>
            <a:custGeom>
              <a:avLst/>
              <a:gdLst/>
              <a:ahLst/>
              <a:cxnLst/>
              <a:rect l="l" t="t" r="r" b="b"/>
              <a:pathLst>
                <a:path w="1036" h="334" extrusionOk="0">
                  <a:moveTo>
                    <a:pt x="167" y="0"/>
                  </a:moveTo>
                  <a:cubicBezTo>
                    <a:pt x="71" y="0"/>
                    <a:pt x="0" y="71"/>
                    <a:pt x="0" y="167"/>
                  </a:cubicBezTo>
                  <a:cubicBezTo>
                    <a:pt x="0" y="250"/>
                    <a:pt x="71" y="333"/>
                    <a:pt x="167" y="333"/>
                  </a:cubicBezTo>
                  <a:lnTo>
                    <a:pt x="881" y="333"/>
                  </a:lnTo>
                  <a:cubicBezTo>
                    <a:pt x="964" y="333"/>
                    <a:pt x="1036" y="250"/>
                    <a:pt x="1036" y="167"/>
                  </a:cubicBezTo>
                  <a:cubicBezTo>
                    <a:pt x="1024" y="71"/>
                    <a:pt x="953" y="0"/>
                    <a:pt x="88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45"/>
            <p:cNvSpPr/>
            <p:nvPr/>
          </p:nvSpPr>
          <p:spPr>
            <a:xfrm>
              <a:off x="1999439" y="3428948"/>
              <a:ext cx="31105" cy="21882"/>
            </a:xfrm>
            <a:custGeom>
              <a:avLst/>
              <a:gdLst/>
              <a:ahLst/>
              <a:cxnLst/>
              <a:rect l="l" t="t" r="r" b="b"/>
              <a:pathLst>
                <a:path w="978" h="688" extrusionOk="0">
                  <a:moveTo>
                    <a:pt x="795" y="1"/>
                  </a:moveTo>
                  <a:cubicBezTo>
                    <a:pt x="769" y="1"/>
                    <a:pt x="741" y="8"/>
                    <a:pt x="715" y="22"/>
                  </a:cubicBezTo>
                  <a:lnTo>
                    <a:pt x="108" y="380"/>
                  </a:lnTo>
                  <a:cubicBezTo>
                    <a:pt x="25" y="427"/>
                    <a:pt x="1" y="511"/>
                    <a:pt x="48" y="606"/>
                  </a:cubicBezTo>
                  <a:cubicBezTo>
                    <a:pt x="73" y="655"/>
                    <a:pt x="125" y="687"/>
                    <a:pt x="183" y="687"/>
                  </a:cubicBezTo>
                  <a:cubicBezTo>
                    <a:pt x="209" y="687"/>
                    <a:pt x="237" y="680"/>
                    <a:pt x="263" y="665"/>
                  </a:cubicBezTo>
                  <a:lnTo>
                    <a:pt x="882" y="308"/>
                  </a:lnTo>
                  <a:cubicBezTo>
                    <a:pt x="953" y="249"/>
                    <a:pt x="977" y="153"/>
                    <a:pt x="941" y="82"/>
                  </a:cubicBezTo>
                  <a:cubicBezTo>
                    <a:pt x="909" y="33"/>
                    <a:pt x="854" y="1"/>
                    <a:pt x="79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45"/>
            <p:cNvSpPr/>
            <p:nvPr/>
          </p:nvSpPr>
          <p:spPr>
            <a:xfrm>
              <a:off x="1958156" y="3379269"/>
              <a:ext cx="23917" cy="29579"/>
            </a:xfrm>
            <a:custGeom>
              <a:avLst/>
              <a:gdLst/>
              <a:ahLst/>
              <a:cxnLst/>
              <a:rect l="l" t="t" r="r" b="b"/>
              <a:pathLst>
                <a:path w="752" h="930" extrusionOk="0">
                  <a:moveTo>
                    <a:pt x="562" y="0"/>
                  </a:moveTo>
                  <a:cubicBezTo>
                    <a:pt x="506" y="0"/>
                    <a:pt x="449" y="30"/>
                    <a:pt x="418" y="84"/>
                  </a:cubicBezTo>
                  <a:lnTo>
                    <a:pt x="61" y="691"/>
                  </a:lnTo>
                  <a:cubicBezTo>
                    <a:pt x="1" y="799"/>
                    <a:pt x="72" y="930"/>
                    <a:pt x="191" y="930"/>
                  </a:cubicBezTo>
                  <a:cubicBezTo>
                    <a:pt x="251" y="930"/>
                    <a:pt x="299" y="894"/>
                    <a:pt x="334" y="858"/>
                  </a:cubicBezTo>
                  <a:lnTo>
                    <a:pt x="692" y="239"/>
                  </a:lnTo>
                  <a:cubicBezTo>
                    <a:pt x="751" y="168"/>
                    <a:pt x="715" y="72"/>
                    <a:pt x="644" y="25"/>
                  </a:cubicBezTo>
                  <a:cubicBezTo>
                    <a:pt x="619" y="8"/>
                    <a:pt x="591" y="0"/>
                    <a:pt x="5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46"/>
          <p:cNvSpPr txBox="1">
            <a:spLocks noGrp="1"/>
          </p:cNvSpPr>
          <p:nvPr>
            <p:ph type="title"/>
          </p:nvPr>
        </p:nvSpPr>
        <p:spPr>
          <a:xfrm>
            <a:off x="146725" y="4789139"/>
            <a:ext cx="3027300" cy="2292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/>
          <a:p>
            <a:pPr lvl="0"/>
            <a:r>
              <a:rPr lang="en-US" dirty="0"/>
              <a:t>About SMI</a:t>
            </a:r>
            <a:endParaRPr dirty="0"/>
          </a:p>
        </p:txBody>
      </p:sp>
      <p:sp>
        <p:nvSpPr>
          <p:cNvPr id="458" name="Google Shape;458;p46"/>
          <p:cNvSpPr txBox="1">
            <a:spLocks noGrp="1"/>
          </p:cNvSpPr>
          <p:nvPr>
            <p:ph type="title" idx="2"/>
          </p:nvPr>
        </p:nvSpPr>
        <p:spPr>
          <a:xfrm>
            <a:off x="146725" y="4719850"/>
            <a:ext cx="1689000" cy="1605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cxnSp>
        <p:nvCxnSpPr>
          <p:cNvPr id="459" name="Google Shape;459;p46">
            <a:hlinkClick r:id="" action="ppaction://hlinkshowjump?jump=nextslide"/>
          </p:cNvPr>
          <p:cNvCxnSpPr/>
          <p:nvPr/>
        </p:nvCxnSpPr>
        <p:spPr>
          <a:xfrm>
            <a:off x="8643950" y="303450"/>
            <a:ext cx="2622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60" name="Google Shape;460;p46">
            <a:hlinkClick r:id="" action="ppaction://hlinkshowjump?jump=previousslide"/>
          </p:cNvPr>
          <p:cNvCxnSpPr/>
          <p:nvPr/>
        </p:nvCxnSpPr>
        <p:spPr>
          <a:xfrm rot="10800000">
            <a:off x="232775" y="303450"/>
            <a:ext cx="2622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61" name="Google Shape;461;p46"/>
          <p:cNvSpPr txBox="1">
            <a:spLocks noGrp="1"/>
          </p:cNvSpPr>
          <p:nvPr>
            <p:ph type="subTitle" idx="1"/>
          </p:nvPr>
        </p:nvSpPr>
        <p:spPr>
          <a:xfrm>
            <a:off x="561800" y="514801"/>
            <a:ext cx="8213250" cy="84155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“Doing business responsibly and sustainably”</a:t>
            </a:r>
            <a:endParaRPr dirty="0"/>
          </a:p>
        </p:txBody>
      </p:sp>
      <p:sp>
        <p:nvSpPr>
          <p:cNvPr id="462" name="Google Shape;462;p46"/>
          <p:cNvSpPr txBox="1">
            <a:spLocks noGrp="1"/>
          </p:cNvSpPr>
          <p:nvPr>
            <p:ph type="subTitle" idx="1"/>
          </p:nvPr>
        </p:nvSpPr>
        <p:spPr>
          <a:xfrm>
            <a:off x="1944210" y="2218370"/>
            <a:ext cx="5904600" cy="9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buNone/>
            </a:pPr>
            <a:r>
              <a:rPr lang="en" sz="2400" dirty="0">
                <a:latin typeface="Josefin Sans"/>
                <a:ea typeface="Josefin Sans"/>
                <a:cs typeface="Josefin Sans"/>
                <a:sym typeface="Josefin Sans"/>
              </a:rPr>
              <a:t>As a responsible company, we operate sustainably, to high Environmental, Social and Governance (ESG) standards. We continue to embed sustainability ever deeper in the way we do business – in our own operations and beyond, together with our partners.</a:t>
            </a:r>
            <a:endParaRPr sz="2400" dirty="0">
              <a:latin typeface="Josefin Sans"/>
              <a:ea typeface="Josefin Sans"/>
              <a:cs typeface="Josefin Sans"/>
              <a:sym typeface="Josefin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48"/>
          <p:cNvSpPr txBox="1">
            <a:spLocks noGrp="1"/>
          </p:cNvSpPr>
          <p:nvPr>
            <p:ph type="title" idx="8"/>
          </p:nvPr>
        </p:nvSpPr>
        <p:spPr>
          <a:xfrm>
            <a:off x="1470900" y="476534"/>
            <a:ext cx="6202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services (1)</a:t>
            </a:r>
            <a:endParaRPr/>
          </a:p>
        </p:txBody>
      </p:sp>
      <p:sp>
        <p:nvSpPr>
          <p:cNvPr id="479" name="Google Shape;479;p48"/>
          <p:cNvSpPr txBox="1">
            <a:spLocks noGrp="1"/>
          </p:cNvSpPr>
          <p:nvPr>
            <p:ph type="subTitle" idx="1"/>
          </p:nvPr>
        </p:nvSpPr>
        <p:spPr>
          <a:xfrm>
            <a:off x="3028895" y="1982250"/>
            <a:ext cx="1600200" cy="123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We help clients become streamline operations and reduce cost for better performance					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80" name="Google Shape;480;p48"/>
          <p:cNvSpPr txBox="1">
            <a:spLocks noGrp="1"/>
          </p:cNvSpPr>
          <p:nvPr>
            <p:ph type="subTitle" idx="2"/>
          </p:nvPr>
        </p:nvSpPr>
        <p:spPr>
          <a:xfrm>
            <a:off x="5114270" y="1982250"/>
            <a:ext cx="1600200" cy="192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We help clients find the best blockchain technology for your level and needs</a:t>
            </a:r>
            <a:endParaRPr dirty="0"/>
          </a:p>
        </p:txBody>
      </p:sp>
      <p:sp>
        <p:nvSpPr>
          <p:cNvPr id="481" name="Google Shape;481;p48"/>
          <p:cNvSpPr txBox="1">
            <a:spLocks noGrp="1"/>
          </p:cNvSpPr>
          <p:nvPr>
            <p:ph type="subTitle" idx="4"/>
          </p:nvPr>
        </p:nvSpPr>
        <p:spPr>
          <a:xfrm>
            <a:off x="3028895" y="1384241"/>
            <a:ext cx="14172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Artificial Intelligence</a:t>
            </a:r>
            <a:endParaRPr/>
          </a:p>
        </p:txBody>
      </p:sp>
      <p:sp>
        <p:nvSpPr>
          <p:cNvPr id="482" name="Google Shape;482;p48"/>
          <p:cNvSpPr txBox="1">
            <a:spLocks noGrp="1"/>
          </p:cNvSpPr>
          <p:nvPr>
            <p:ph type="subTitle" idx="5"/>
          </p:nvPr>
        </p:nvSpPr>
        <p:spPr>
          <a:xfrm>
            <a:off x="5114570" y="1370166"/>
            <a:ext cx="16002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Blockchain Technology</a:t>
            </a:r>
            <a:endParaRPr/>
          </a:p>
        </p:txBody>
      </p:sp>
      <p:sp>
        <p:nvSpPr>
          <p:cNvPr id="483" name="Google Shape;483;p48"/>
          <p:cNvSpPr txBox="1">
            <a:spLocks noGrp="1"/>
          </p:cNvSpPr>
          <p:nvPr>
            <p:ph type="title"/>
          </p:nvPr>
        </p:nvSpPr>
        <p:spPr>
          <a:xfrm>
            <a:off x="146725" y="4789139"/>
            <a:ext cx="3027300" cy="2292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/>
          <a:p>
            <a:pPr lvl="0"/>
            <a:r>
              <a:rPr lang="en-US" dirty="0"/>
              <a:t>About SMI</a:t>
            </a:r>
            <a:endParaRPr dirty="0"/>
          </a:p>
        </p:txBody>
      </p:sp>
      <p:sp>
        <p:nvSpPr>
          <p:cNvPr id="485" name="Google Shape;485;p48"/>
          <p:cNvSpPr txBox="1">
            <a:spLocks noGrp="1"/>
          </p:cNvSpPr>
          <p:nvPr>
            <p:ph type="subTitle" idx="3"/>
          </p:nvPr>
        </p:nvSpPr>
        <p:spPr>
          <a:xfrm>
            <a:off x="7284065" y="1982250"/>
            <a:ext cx="1600200" cy="123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Build apps on low code without compromising on scalability, security &amp; performance.</a:t>
            </a:r>
            <a:endParaRPr/>
          </a:p>
        </p:txBody>
      </p:sp>
      <p:sp>
        <p:nvSpPr>
          <p:cNvPr id="486" name="Google Shape;486;p48"/>
          <p:cNvSpPr txBox="1">
            <a:spLocks noGrp="1"/>
          </p:cNvSpPr>
          <p:nvPr>
            <p:ph type="subTitle" idx="6"/>
          </p:nvPr>
        </p:nvSpPr>
        <p:spPr>
          <a:xfrm>
            <a:off x="7284065" y="1370166"/>
            <a:ext cx="16002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Platform Development</a:t>
            </a:r>
            <a:endParaRPr/>
          </a:p>
        </p:txBody>
      </p:sp>
      <p:cxnSp>
        <p:nvCxnSpPr>
          <p:cNvPr id="487" name="Google Shape;487;p48">
            <a:hlinkClick r:id="" action="ppaction://hlinkshowjump?jump=nextslide"/>
          </p:cNvPr>
          <p:cNvCxnSpPr/>
          <p:nvPr/>
        </p:nvCxnSpPr>
        <p:spPr>
          <a:xfrm>
            <a:off x="8643950" y="303450"/>
            <a:ext cx="2622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88" name="Google Shape;488;p48">
            <a:hlinkClick r:id="" action="ppaction://hlinkshowjump?jump=previousslide"/>
          </p:cNvPr>
          <p:cNvCxnSpPr/>
          <p:nvPr/>
        </p:nvCxnSpPr>
        <p:spPr>
          <a:xfrm rot="10800000">
            <a:off x="232775" y="303450"/>
            <a:ext cx="2622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89" name="Google Shape;489;p48"/>
          <p:cNvCxnSpPr/>
          <p:nvPr/>
        </p:nvCxnSpPr>
        <p:spPr>
          <a:xfrm>
            <a:off x="2857670" y="1443600"/>
            <a:ext cx="0" cy="962700"/>
          </a:xfrm>
          <a:prstGeom prst="straightConnector1">
            <a:avLst/>
          </a:prstGeom>
          <a:noFill/>
          <a:ln w="762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90" name="Google Shape;490;p48"/>
          <p:cNvCxnSpPr/>
          <p:nvPr/>
        </p:nvCxnSpPr>
        <p:spPr>
          <a:xfrm>
            <a:off x="4930858" y="1443600"/>
            <a:ext cx="0" cy="962700"/>
          </a:xfrm>
          <a:prstGeom prst="straightConnector1">
            <a:avLst/>
          </a:prstGeom>
          <a:noFill/>
          <a:ln w="762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91" name="Google Shape;491;p48"/>
          <p:cNvCxnSpPr/>
          <p:nvPr/>
        </p:nvCxnSpPr>
        <p:spPr>
          <a:xfrm>
            <a:off x="7097003" y="1443600"/>
            <a:ext cx="0" cy="962700"/>
          </a:xfrm>
          <a:prstGeom prst="straightConnector1">
            <a:avLst/>
          </a:prstGeom>
          <a:noFill/>
          <a:ln w="762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492" name="Google Shape;492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3308" y="1477325"/>
            <a:ext cx="523875" cy="542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93" name="Google Shape;493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67900" y="1455430"/>
            <a:ext cx="504825" cy="49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4" name="Google Shape;494;p4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602184" y="1486602"/>
            <a:ext cx="386439" cy="432955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479;p48">
            <a:extLst>
              <a:ext uri="{FF2B5EF4-FFF2-40B4-BE49-F238E27FC236}">
                <a16:creationId xmlns:a16="http://schemas.microsoft.com/office/drawing/2014/main" id="{56EE0E85-0395-43C7-A0EC-F3505EDD223C}"/>
              </a:ext>
            </a:extLst>
          </p:cNvPr>
          <p:cNvSpPr txBox="1">
            <a:spLocks/>
          </p:cNvSpPr>
          <p:nvPr/>
        </p:nvSpPr>
        <p:spPr>
          <a:xfrm>
            <a:off x="870905" y="1969487"/>
            <a:ext cx="1600200" cy="123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efin Sans Light"/>
              <a:buNone/>
              <a:defRPr sz="1400" b="0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efin Sans"/>
              <a:buNone/>
              <a:defRPr sz="1400" b="0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efin Sans Light"/>
              <a:buNone/>
              <a:defRPr sz="1400" b="0" i="0" u="none" strike="noStrike" cap="none">
                <a:solidFill>
                  <a:schemeClr val="dk1"/>
                </a:solidFill>
                <a:latin typeface="Josefin Sans Light"/>
                <a:ea typeface="Josefin Sans Light"/>
                <a:cs typeface="Josefin Sans Light"/>
                <a:sym typeface="Josefin Sans Light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efin Sans ExtraLight"/>
              <a:buNone/>
              <a:defRPr sz="1400" b="0" i="0" u="none" strike="noStrike" cap="none">
                <a:solidFill>
                  <a:schemeClr val="dk1"/>
                </a:solidFill>
                <a:latin typeface="Josefin Sans ExtraLight"/>
                <a:ea typeface="Josefin Sans ExtraLight"/>
                <a:cs typeface="Josefin Sans ExtraLight"/>
                <a:sym typeface="Josefin Sans ExtraLight"/>
              </a:defRPr>
            </a:lvl4pPr>
            <a:lvl5pPr marL="2286000" marR="0" lvl="4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efin Sans ExtraLight"/>
              <a:buNone/>
              <a:defRPr sz="1300" b="0" i="0" u="none" strike="noStrike" cap="none">
                <a:solidFill>
                  <a:schemeClr val="dk1"/>
                </a:solidFill>
                <a:latin typeface="Josefin Sans ExtraLight"/>
                <a:ea typeface="Josefin Sans ExtraLight"/>
                <a:cs typeface="Josefin Sans ExtraLight"/>
                <a:sym typeface="Josefin Sans ExtraLight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efin Sans ExtraLight"/>
              <a:buNone/>
              <a:defRPr sz="1200" b="0" i="0" u="none" strike="noStrike" cap="none">
                <a:solidFill>
                  <a:schemeClr val="dk1"/>
                </a:solidFill>
                <a:latin typeface="Josefin Sans ExtraLight"/>
                <a:ea typeface="Josefin Sans ExtraLight"/>
                <a:cs typeface="Josefin Sans ExtraLight"/>
                <a:sym typeface="Josefin Sans ExtraLight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efin Sans ExtraLight"/>
              <a:buNone/>
              <a:defRPr sz="1200" b="0" i="0" u="none" strike="noStrike" cap="none">
                <a:solidFill>
                  <a:schemeClr val="dk1"/>
                </a:solidFill>
                <a:latin typeface="Josefin Sans ExtraLight"/>
                <a:ea typeface="Josefin Sans ExtraLight"/>
                <a:cs typeface="Josefin Sans ExtraLight"/>
                <a:sym typeface="Josefin Sans ExtraLight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efin Sans ExtraLight"/>
              <a:buNone/>
              <a:defRPr sz="1200" b="0" i="0" u="none" strike="noStrike" cap="none">
                <a:solidFill>
                  <a:schemeClr val="dk1"/>
                </a:solidFill>
                <a:latin typeface="Josefin Sans ExtraLight"/>
                <a:ea typeface="Josefin Sans ExtraLight"/>
                <a:cs typeface="Josefin Sans ExtraLight"/>
                <a:sym typeface="Josefin Sans ExtraLight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efin Sans ExtraLight"/>
              <a:buNone/>
              <a:defRPr sz="1200" b="0" i="0" u="none" strike="noStrike" cap="none">
                <a:solidFill>
                  <a:schemeClr val="dk1"/>
                </a:solidFill>
                <a:latin typeface="Josefin Sans ExtraLight"/>
                <a:ea typeface="Josefin Sans ExtraLight"/>
                <a:cs typeface="Josefin Sans ExtraLight"/>
                <a:sym typeface="Josefin Sans ExtraLight"/>
              </a:defRPr>
            </a:lvl9pPr>
          </a:lstStyle>
          <a:p>
            <a:pPr marL="0" indent="0">
              <a:spcBef>
                <a:spcPts val="1200"/>
              </a:spcBef>
              <a:buSzPts val="1100"/>
              <a:buFont typeface="Arial"/>
              <a:buNone/>
            </a:pPr>
            <a:r>
              <a:rPr lang="en-US" dirty="0"/>
              <a:t>We are providing technologies consulting to our client to help our clients to achieve their target and also their visions with our best experts.					</a:t>
            </a:r>
          </a:p>
          <a:p>
            <a:pPr marL="0" indent="0">
              <a:spcBef>
                <a:spcPts val="1200"/>
              </a:spcBef>
            </a:pPr>
            <a:endParaRPr lang="en-US" dirty="0"/>
          </a:p>
        </p:txBody>
      </p:sp>
      <p:sp>
        <p:nvSpPr>
          <p:cNvPr id="20" name="Google Shape;481;p48">
            <a:extLst>
              <a:ext uri="{FF2B5EF4-FFF2-40B4-BE49-F238E27FC236}">
                <a16:creationId xmlns:a16="http://schemas.microsoft.com/office/drawing/2014/main" id="{01A5F24E-5820-4C95-8272-482B24308818}"/>
              </a:ext>
            </a:extLst>
          </p:cNvPr>
          <p:cNvSpPr txBox="1">
            <a:spLocks/>
          </p:cNvSpPr>
          <p:nvPr/>
        </p:nvSpPr>
        <p:spPr>
          <a:xfrm>
            <a:off x="870905" y="1371478"/>
            <a:ext cx="14172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Josefin Sans SemiBold"/>
              <a:buNone/>
              <a:defRPr sz="1800" b="0" i="0" u="none" strike="noStrike" cap="none">
                <a:solidFill>
                  <a:schemeClr val="accent1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Josefin Sans SemiBold"/>
              <a:buNone/>
              <a:defRPr sz="1500" b="0" i="0" u="none" strike="noStrike" cap="none">
                <a:solidFill>
                  <a:schemeClr val="accent1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Josefin Sans SemiBold"/>
              <a:buNone/>
              <a:defRPr sz="1500" b="0" i="0" u="none" strike="noStrike" cap="none">
                <a:solidFill>
                  <a:schemeClr val="accent1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Josefin Sans SemiBold"/>
              <a:buNone/>
              <a:defRPr sz="1500" b="0" i="0" u="none" strike="noStrike" cap="none">
                <a:solidFill>
                  <a:schemeClr val="accent1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defRPr>
            </a:lvl4pPr>
            <a:lvl5pPr marL="2286000" marR="0" lvl="4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Josefin Sans SemiBold"/>
              <a:buNone/>
              <a:defRPr sz="1500" b="0" i="0" u="none" strike="noStrike" cap="none">
                <a:solidFill>
                  <a:schemeClr val="accent1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Josefin Sans SemiBold"/>
              <a:buNone/>
              <a:defRPr sz="1500" b="0" i="0" u="none" strike="noStrike" cap="none">
                <a:solidFill>
                  <a:schemeClr val="accent1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Josefin Sans SemiBold"/>
              <a:buNone/>
              <a:defRPr sz="1500" b="0" i="0" u="none" strike="noStrike" cap="none">
                <a:solidFill>
                  <a:schemeClr val="accent1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Josefin Sans SemiBold"/>
              <a:buNone/>
              <a:defRPr sz="1500" b="0" i="0" u="none" strike="noStrike" cap="none">
                <a:solidFill>
                  <a:schemeClr val="accent1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Josefin Sans SemiBold"/>
              <a:buNone/>
              <a:defRPr sz="1500" b="0" i="0" u="none" strike="noStrike" cap="none">
                <a:solidFill>
                  <a:schemeClr val="accent1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defRPr>
            </a:lvl9pPr>
          </a:lstStyle>
          <a:p>
            <a:pPr marL="0" indent="0"/>
            <a:r>
              <a:rPr lang="en-US" dirty="0"/>
              <a:t>Technology Consulting</a:t>
            </a:r>
          </a:p>
        </p:txBody>
      </p:sp>
      <p:cxnSp>
        <p:nvCxnSpPr>
          <p:cNvPr id="21" name="Google Shape;489;p48">
            <a:extLst>
              <a:ext uri="{FF2B5EF4-FFF2-40B4-BE49-F238E27FC236}">
                <a16:creationId xmlns:a16="http://schemas.microsoft.com/office/drawing/2014/main" id="{69C0B95D-0C9E-4CEE-B22E-F45507073EE4}"/>
              </a:ext>
            </a:extLst>
          </p:cNvPr>
          <p:cNvCxnSpPr/>
          <p:nvPr/>
        </p:nvCxnSpPr>
        <p:spPr>
          <a:xfrm>
            <a:off x="699680" y="1430837"/>
            <a:ext cx="0" cy="962700"/>
          </a:xfrm>
          <a:prstGeom prst="straightConnector1">
            <a:avLst/>
          </a:prstGeom>
          <a:noFill/>
          <a:ln w="762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3" name="Graphic 2" descr="Target Audience">
            <a:extLst>
              <a:ext uri="{FF2B5EF4-FFF2-40B4-BE49-F238E27FC236}">
                <a16:creationId xmlns:a16="http://schemas.microsoft.com/office/drawing/2014/main" id="{D8D19AF3-4B74-4D90-A2AD-BB211D79A8E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844" y="1477325"/>
            <a:ext cx="567771" cy="567771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ED55CF79-C8E6-4DC0-ADC9-1D76FBF97A50}"/>
              </a:ext>
            </a:extLst>
          </p:cNvPr>
          <p:cNvSpPr>
            <a:spLocks noGrp="1"/>
          </p:cNvSpPr>
          <p:nvPr>
            <p:ph type="title" idx="7"/>
          </p:nvPr>
        </p:nvSpPr>
        <p:spPr/>
        <p:txBody>
          <a:bodyPr/>
          <a:lstStyle/>
          <a:p>
            <a:r>
              <a:rPr lang="en-US" dirty="0"/>
              <a:t>01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49"/>
          <p:cNvSpPr txBox="1">
            <a:spLocks noGrp="1"/>
          </p:cNvSpPr>
          <p:nvPr>
            <p:ph type="title" idx="8"/>
          </p:nvPr>
        </p:nvSpPr>
        <p:spPr>
          <a:xfrm>
            <a:off x="1470900" y="476534"/>
            <a:ext cx="6202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services (2)</a:t>
            </a:r>
            <a:endParaRPr/>
          </a:p>
        </p:txBody>
      </p:sp>
      <p:sp>
        <p:nvSpPr>
          <p:cNvPr id="500" name="Google Shape;500;p49"/>
          <p:cNvSpPr txBox="1">
            <a:spLocks noGrp="1"/>
          </p:cNvSpPr>
          <p:nvPr>
            <p:ph type="subTitle" idx="1"/>
          </p:nvPr>
        </p:nvSpPr>
        <p:spPr>
          <a:xfrm>
            <a:off x="1649675" y="1982250"/>
            <a:ext cx="1600200" cy="123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Challenges abound when it comes to selling technology hardware and devices.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1" name="Google Shape;501;p49"/>
          <p:cNvSpPr txBox="1">
            <a:spLocks noGrp="1"/>
          </p:cNvSpPr>
          <p:nvPr>
            <p:ph type="subTitle" idx="2"/>
          </p:nvPr>
        </p:nvSpPr>
        <p:spPr>
          <a:xfrm>
            <a:off x="4116050" y="1982250"/>
            <a:ext cx="1600200" cy="192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We provide end-to-end online data processing solutions to help you choose the right decision</a:t>
            </a:r>
            <a:endParaRPr/>
          </a:p>
        </p:txBody>
      </p:sp>
      <p:sp>
        <p:nvSpPr>
          <p:cNvPr id="502" name="Google Shape;502;p49"/>
          <p:cNvSpPr txBox="1">
            <a:spLocks noGrp="1"/>
          </p:cNvSpPr>
          <p:nvPr>
            <p:ph type="subTitle" idx="4"/>
          </p:nvPr>
        </p:nvSpPr>
        <p:spPr>
          <a:xfrm>
            <a:off x="1649675" y="1384241"/>
            <a:ext cx="14172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Hardware Provider</a:t>
            </a:r>
            <a:endParaRPr/>
          </a:p>
        </p:txBody>
      </p:sp>
      <p:sp>
        <p:nvSpPr>
          <p:cNvPr id="503" name="Google Shape;503;p49"/>
          <p:cNvSpPr txBox="1">
            <a:spLocks noGrp="1"/>
          </p:cNvSpPr>
          <p:nvPr>
            <p:ph type="subTitle" idx="5"/>
          </p:nvPr>
        </p:nvSpPr>
        <p:spPr>
          <a:xfrm>
            <a:off x="4116350" y="1370166"/>
            <a:ext cx="16002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Processing</a:t>
            </a:r>
            <a:endParaRPr/>
          </a:p>
        </p:txBody>
      </p:sp>
      <p:sp>
        <p:nvSpPr>
          <p:cNvPr id="504" name="Google Shape;504;p49"/>
          <p:cNvSpPr txBox="1">
            <a:spLocks noGrp="1"/>
          </p:cNvSpPr>
          <p:nvPr>
            <p:ph type="title"/>
          </p:nvPr>
        </p:nvSpPr>
        <p:spPr>
          <a:xfrm>
            <a:off x="146725" y="4789139"/>
            <a:ext cx="3027300" cy="2292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/>
          <a:p>
            <a:pPr lvl="0"/>
            <a:r>
              <a:rPr lang="en-US" dirty="0"/>
              <a:t>About SMI</a:t>
            </a:r>
            <a:endParaRPr dirty="0"/>
          </a:p>
        </p:txBody>
      </p:sp>
      <p:sp>
        <p:nvSpPr>
          <p:cNvPr id="505" name="Google Shape;505;p49"/>
          <p:cNvSpPr txBox="1">
            <a:spLocks noGrp="1"/>
          </p:cNvSpPr>
          <p:nvPr>
            <p:ph type="title" idx="7"/>
          </p:nvPr>
        </p:nvSpPr>
        <p:spPr>
          <a:xfrm>
            <a:off x="146725" y="4719850"/>
            <a:ext cx="1689000" cy="1605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sp>
        <p:nvSpPr>
          <p:cNvPr id="506" name="Google Shape;506;p49"/>
          <p:cNvSpPr txBox="1">
            <a:spLocks noGrp="1"/>
          </p:cNvSpPr>
          <p:nvPr>
            <p:ph type="subTitle" idx="3"/>
          </p:nvPr>
        </p:nvSpPr>
        <p:spPr>
          <a:xfrm>
            <a:off x="6583025" y="1982250"/>
            <a:ext cx="1600200" cy="123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Offer services to help businesses develop and create software based on the requirements</a:t>
            </a:r>
            <a:endParaRPr/>
          </a:p>
        </p:txBody>
      </p:sp>
      <p:sp>
        <p:nvSpPr>
          <p:cNvPr id="507" name="Google Shape;507;p49"/>
          <p:cNvSpPr txBox="1">
            <a:spLocks noGrp="1"/>
          </p:cNvSpPr>
          <p:nvPr>
            <p:ph type="subTitle" idx="6"/>
          </p:nvPr>
        </p:nvSpPr>
        <p:spPr>
          <a:xfrm>
            <a:off x="6583025" y="1370166"/>
            <a:ext cx="16002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Software Provider</a:t>
            </a:r>
            <a:endParaRPr/>
          </a:p>
        </p:txBody>
      </p:sp>
      <p:cxnSp>
        <p:nvCxnSpPr>
          <p:cNvPr id="508" name="Google Shape;508;p49">
            <a:hlinkClick r:id="" action="ppaction://hlinkshowjump?jump=nextslide"/>
          </p:cNvPr>
          <p:cNvCxnSpPr/>
          <p:nvPr/>
        </p:nvCxnSpPr>
        <p:spPr>
          <a:xfrm>
            <a:off x="8643950" y="303450"/>
            <a:ext cx="2622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09" name="Google Shape;509;p49">
            <a:hlinkClick r:id="" action="ppaction://hlinkshowjump?jump=previousslide"/>
          </p:cNvPr>
          <p:cNvCxnSpPr/>
          <p:nvPr/>
        </p:nvCxnSpPr>
        <p:spPr>
          <a:xfrm rot="10800000">
            <a:off x="232775" y="303450"/>
            <a:ext cx="2622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10" name="Google Shape;510;p49"/>
          <p:cNvCxnSpPr/>
          <p:nvPr/>
        </p:nvCxnSpPr>
        <p:spPr>
          <a:xfrm>
            <a:off x="1478450" y="1443600"/>
            <a:ext cx="0" cy="962700"/>
          </a:xfrm>
          <a:prstGeom prst="straightConnector1">
            <a:avLst/>
          </a:prstGeom>
          <a:noFill/>
          <a:ln w="762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11" name="Google Shape;511;p49"/>
          <p:cNvCxnSpPr/>
          <p:nvPr/>
        </p:nvCxnSpPr>
        <p:spPr>
          <a:xfrm>
            <a:off x="3932638" y="1443600"/>
            <a:ext cx="0" cy="962700"/>
          </a:xfrm>
          <a:prstGeom prst="straightConnector1">
            <a:avLst/>
          </a:prstGeom>
          <a:noFill/>
          <a:ln w="762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12" name="Google Shape;512;p49"/>
          <p:cNvCxnSpPr/>
          <p:nvPr/>
        </p:nvCxnSpPr>
        <p:spPr>
          <a:xfrm>
            <a:off x="6395963" y="1443600"/>
            <a:ext cx="0" cy="962700"/>
          </a:xfrm>
          <a:prstGeom prst="straightConnector1">
            <a:avLst/>
          </a:prstGeom>
          <a:noFill/>
          <a:ln w="762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13" name="Google Shape;513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5750" y="1467812"/>
            <a:ext cx="447675" cy="409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14" name="Google Shape;514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99088" y="1443987"/>
            <a:ext cx="5143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5" name="Google Shape;515;p4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77300" y="1467787"/>
            <a:ext cx="428625" cy="409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ubtitle 15">
            <a:extLst>
              <a:ext uri="{FF2B5EF4-FFF2-40B4-BE49-F238E27FC236}">
                <a16:creationId xmlns:a16="http://schemas.microsoft.com/office/drawing/2014/main" id="{D578A4F1-B192-4D74-B5A2-E2CDC1C0B6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69475" y="2827409"/>
            <a:ext cx="3408468" cy="474600"/>
          </a:xfrm>
        </p:spPr>
        <p:txBody>
          <a:bodyPr/>
          <a:lstStyle/>
          <a:p>
            <a:r>
              <a:rPr lang="en-US" dirty="0"/>
              <a:t>Our Understanding</a:t>
            </a:r>
          </a:p>
        </p:txBody>
      </p:sp>
      <p:sp>
        <p:nvSpPr>
          <p:cNvPr id="17" name="Subtitle 16">
            <a:extLst>
              <a:ext uri="{FF2B5EF4-FFF2-40B4-BE49-F238E27FC236}">
                <a16:creationId xmlns:a16="http://schemas.microsoft.com/office/drawing/2014/main" id="{5D19078F-85A1-4CCB-9E18-CAB2EF7C9A3D}"/>
              </a:ext>
            </a:extLst>
          </p:cNvPr>
          <p:cNvSpPr>
            <a:spLocks noGrp="1"/>
          </p:cNvSpPr>
          <p:nvPr>
            <p:ph type="subTitle" idx="2"/>
          </p:nvPr>
        </p:nvSpPr>
        <p:spPr>
          <a:xfrm>
            <a:off x="5169475" y="2205209"/>
            <a:ext cx="2662200" cy="393600"/>
          </a:xfrm>
        </p:spPr>
        <p:txBody>
          <a:bodyPr/>
          <a:lstStyle/>
          <a:p>
            <a:r>
              <a:rPr lang="en-US" dirty="0"/>
              <a:t>02</a:t>
            </a:r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3722A452-9351-4CD8-8439-A6DB8D0450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Our Understanding</a:t>
            </a:r>
          </a:p>
        </p:txBody>
      </p:sp>
      <p:sp>
        <p:nvSpPr>
          <p:cNvPr id="18" name="Title 17">
            <a:extLst>
              <a:ext uri="{FF2B5EF4-FFF2-40B4-BE49-F238E27FC236}">
                <a16:creationId xmlns:a16="http://schemas.microsoft.com/office/drawing/2014/main" id="{51AA99F8-1B1F-46FB-B452-211E7B7CD827}"/>
              </a:ext>
            </a:extLst>
          </p:cNvPr>
          <p:cNvSpPr>
            <a:spLocks noGrp="1"/>
          </p:cNvSpPr>
          <p:nvPr>
            <p:ph type="title" idx="3"/>
          </p:nvPr>
        </p:nvSpPr>
        <p:spPr/>
        <p:txBody>
          <a:bodyPr/>
          <a:lstStyle/>
          <a:p>
            <a:r>
              <a:rPr lang="en-US" dirty="0"/>
              <a:t>02</a:t>
            </a:r>
          </a:p>
        </p:txBody>
      </p:sp>
      <p:pic>
        <p:nvPicPr>
          <p:cNvPr id="8194" name="Picture 2" descr="PELATIHAN LEADERSHIP SKILL: SUCCESS THROUGH TEAMWORK">
            <a:extLst>
              <a:ext uri="{FF2B5EF4-FFF2-40B4-BE49-F238E27FC236}">
                <a16:creationId xmlns:a16="http://schemas.microsoft.com/office/drawing/2014/main" id="{5FEDE802-C24B-4F73-99BA-4CF074EC31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11675"/>
            <a:ext cx="5142204" cy="34833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34735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45"/>
          <p:cNvSpPr txBox="1">
            <a:spLocks noGrp="1"/>
          </p:cNvSpPr>
          <p:nvPr>
            <p:ph type="title" idx="8"/>
          </p:nvPr>
        </p:nvSpPr>
        <p:spPr>
          <a:xfrm>
            <a:off x="1470900" y="119481"/>
            <a:ext cx="6202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O</a:t>
            </a:r>
            <a:r>
              <a:rPr lang="en" dirty="0"/>
              <a:t>ur </a:t>
            </a:r>
            <a:r>
              <a:rPr lang="en-US" dirty="0"/>
              <a:t>Understanding</a:t>
            </a:r>
            <a:endParaRPr dirty="0"/>
          </a:p>
        </p:txBody>
      </p:sp>
      <p:sp>
        <p:nvSpPr>
          <p:cNvPr id="414" name="Google Shape;414;p45"/>
          <p:cNvSpPr txBox="1">
            <a:spLocks noGrp="1"/>
          </p:cNvSpPr>
          <p:nvPr>
            <p:ph type="title"/>
          </p:nvPr>
        </p:nvSpPr>
        <p:spPr>
          <a:xfrm>
            <a:off x="146725" y="4789139"/>
            <a:ext cx="3027300" cy="2292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/>
          <a:p>
            <a:pPr lvl="0"/>
            <a:r>
              <a:rPr lang="en-US" dirty="0"/>
              <a:t>Our Understanding</a:t>
            </a:r>
            <a:endParaRPr dirty="0"/>
          </a:p>
        </p:txBody>
      </p:sp>
      <p:sp>
        <p:nvSpPr>
          <p:cNvPr id="415" name="Google Shape;415;p45"/>
          <p:cNvSpPr txBox="1">
            <a:spLocks noGrp="1"/>
          </p:cNvSpPr>
          <p:nvPr>
            <p:ph type="title" idx="7"/>
          </p:nvPr>
        </p:nvSpPr>
        <p:spPr>
          <a:xfrm>
            <a:off x="146725" y="4719850"/>
            <a:ext cx="1689000" cy="1605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cxnSp>
        <p:nvCxnSpPr>
          <p:cNvPr id="418" name="Google Shape;418;p45">
            <a:hlinkClick r:id="" action="ppaction://hlinkshowjump?jump=nextslide"/>
          </p:cNvPr>
          <p:cNvCxnSpPr/>
          <p:nvPr/>
        </p:nvCxnSpPr>
        <p:spPr>
          <a:xfrm>
            <a:off x="8643950" y="303450"/>
            <a:ext cx="2622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19" name="Google Shape;419;p45">
            <a:hlinkClick r:id="" action="ppaction://hlinkshowjump?jump=previousslide"/>
          </p:cNvPr>
          <p:cNvCxnSpPr/>
          <p:nvPr/>
        </p:nvCxnSpPr>
        <p:spPr>
          <a:xfrm rot="10800000">
            <a:off x="232775" y="303450"/>
            <a:ext cx="2622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C3C97259-AD6E-4E52-8745-07948DC99240}"/>
              </a:ext>
            </a:extLst>
          </p:cNvPr>
          <p:cNvSpPr txBox="1"/>
          <p:nvPr/>
        </p:nvSpPr>
        <p:spPr>
          <a:xfrm>
            <a:off x="419100" y="967884"/>
            <a:ext cx="813816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 understand PPEI as an educational and training institution, responsible to create and improve customer (Exporter) knowledge and experience to fulfill global market requirement.</a:t>
            </a:r>
          </a:p>
          <a:p>
            <a:endParaRPr lang="en-US" dirty="0"/>
          </a:p>
          <a:p>
            <a:r>
              <a:rPr lang="en-US" dirty="0"/>
              <a:t>In order to achieve this challenge, we discover that might an opportunity to improve current education and training program.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FF87F66-163A-4BEC-9429-78B3F2C74C0B}"/>
              </a:ext>
            </a:extLst>
          </p:cNvPr>
          <p:cNvGrpSpPr/>
          <p:nvPr/>
        </p:nvGrpSpPr>
        <p:grpSpPr>
          <a:xfrm>
            <a:off x="494975" y="2256495"/>
            <a:ext cx="3634740" cy="2023471"/>
            <a:chOff x="494975" y="2494679"/>
            <a:chExt cx="3634740" cy="2023471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BC5705F-B204-432C-A434-1318EEACB9CA}"/>
                </a:ext>
              </a:extLst>
            </p:cNvPr>
            <p:cNvSpPr/>
            <p:nvPr/>
          </p:nvSpPr>
          <p:spPr>
            <a:xfrm>
              <a:off x="494975" y="2594496"/>
              <a:ext cx="3634740" cy="192365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4685A1D-0C34-40A4-8D1A-4578CB3A6BD8}"/>
                </a:ext>
              </a:extLst>
            </p:cNvPr>
            <p:cNvSpPr/>
            <p:nvPr/>
          </p:nvSpPr>
          <p:spPr>
            <a:xfrm>
              <a:off x="540694" y="2494679"/>
              <a:ext cx="1829125" cy="21336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Key Challenge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FCCB8BA5-AA5F-4B46-B07F-B18DA2D40AE4}"/>
                </a:ext>
              </a:extLst>
            </p:cNvPr>
            <p:cNvSpPr txBox="1"/>
            <p:nvPr/>
          </p:nvSpPr>
          <p:spPr>
            <a:xfrm>
              <a:off x="716605" y="2958711"/>
              <a:ext cx="3280903" cy="1384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b="1" i="0" dirty="0">
                  <a:solidFill>
                    <a:srgbClr val="002D5E"/>
                  </a:solidFill>
                  <a:effectLst/>
                  <a:latin typeface="Open Sans" panose="020B0606030504020204" pitchFamily="34" charset="0"/>
                </a:rPr>
                <a:t>Un-visualize real world scenario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b="1" dirty="0">
                  <a:solidFill>
                    <a:srgbClr val="002D5E"/>
                  </a:solidFill>
                  <a:latin typeface="Open Sans" panose="020B0606030504020204" pitchFamily="34" charset="0"/>
                </a:rPr>
                <a:t>Requirement of interactive features</a:t>
              </a:r>
              <a:endParaRPr lang="en-US" b="1" i="0" dirty="0">
                <a:solidFill>
                  <a:srgbClr val="002D5E"/>
                </a:solidFill>
                <a:effectLst/>
                <a:latin typeface="Open Sans" panose="020B0606030504020204" pitchFamily="34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b="1" i="0" dirty="0">
                  <a:solidFill>
                    <a:srgbClr val="002D5E"/>
                  </a:solidFill>
                  <a:effectLst/>
                  <a:latin typeface="Open Sans" panose="020B0606030504020204" pitchFamily="34" charset="0"/>
                </a:rPr>
                <a:t>Lack of interaction in education process</a:t>
              </a:r>
              <a:endParaRPr lang="en-ID" dirty="0"/>
            </a:p>
          </p:txBody>
        </p:sp>
      </p:grpSp>
    </p:spTree>
    <p:extLst>
      <p:ext uri="{BB962C8B-B14F-4D97-AF65-F5344CB8AC3E}">
        <p14:creationId xmlns:p14="http://schemas.microsoft.com/office/powerpoint/2010/main" val="13600049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ubtitle 15">
            <a:extLst>
              <a:ext uri="{FF2B5EF4-FFF2-40B4-BE49-F238E27FC236}">
                <a16:creationId xmlns:a16="http://schemas.microsoft.com/office/drawing/2014/main" id="{D578A4F1-B192-4D74-B5A2-E2CDC1C0B6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69475" y="2827409"/>
            <a:ext cx="3408468" cy="474600"/>
          </a:xfrm>
        </p:spPr>
        <p:txBody>
          <a:bodyPr/>
          <a:lstStyle/>
          <a:p>
            <a:r>
              <a:rPr lang="en-US" dirty="0"/>
              <a:t>Our Solution</a:t>
            </a:r>
          </a:p>
        </p:txBody>
      </p:sp>
      <p:sp>
        <p:nvSpPr>
          <p:cNvPr id="17" name="Subtitle 16">
            <a:extLst>
              <a:ext uri="{FF2B5EF4-FFF2-40B4-BE49-F238E27FC236}">
                <a16:creationId xmlns:a16="http://schemas.microsoft.com/office/drawing/2014/main" id="{5D19078F-85A1-4CCB-9E18-CAB2EF7C9A3D}"/>
              </a:ext>
            </a:extLst>
          </p:cNvPr>
          <p:cNvSpPr>
            <a:spLocks noGrp="1"/>
          </p:cNvSpPr>
          <p:nvPr>
            <p:ph type="subTitle" idx="2"/>
          </p:nvPr>
        </p:nvSpPr>
        <p:spPr>
          <a:xfrm>
            <a:off x="5169475" y="2205209"/>
            <a:ext cx="2662200" cy="393600"/>
          </a:xfrm>
        </p:spPr>
        <p:txBody>
          <a:bodyPr/>
          <a:lstStyle/>
          <a:p>
            <a:r>
              <a:rPr lang="en-US" dirty="0"/>
              <a:t>03</a:t>
            </a:r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3722A452-9351-4CD8-8439-A6DB8D0450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Our Solution</a:t>
            </a:r>
          </a:p>
        </p:txBody>
      </p:sp>
      <p:sp>
        <p:nvSpPr>
          <p:cNvPr id="18" name="Title 17">
            <a:extLst>
              <a:ext uri="{FF2B5EF4-FFF2-40B4-BE49-F238E27FC236}">
                <a16:creationId xmlns:a16="http://schemas.microsoft.com/office/drawing/2014/main" id="{51AA99F8-1B1F-46FB-B452-211E7B7CD827}"/>
              </a:ext>
            </a:extLst>
          </p:cNvPr>
          <p:cNvSpPr>
            <a:spLocks noGrp="1"/>
          </p:cNvSpPr>
          <p:nvPr>
            <p:ph type="title" idx="3"/>
          </p:nvPr>
        </p:nvSpPr>
        <p:spPr/>
        <p:txBody>
          <a:bodyPr/>
          <a:lstStyle/>
          <a:p>
            <a:r>
              <a:rPr lang="en-US" dirty="0"/>
              <a:t>03</a:t>
            </a:r>
          </a:p>
        </p:txBody>
      </p:sp>
      <p:pic>
        <p:nvPicPr>
          <p:cNvPr id="8194" name="Picture 2" descr="PELATIHAN LEADERSHIP SKILL: SUCCESS THROUGH TEAMWORK">
            <a:extLst>
              <a:ext uri="{FF2B5EF4-FFF2-40B4-BE49-F238E27FC236}">
                <a16:creationId xmlns:a16="http://schemas.microsoft.com/office/drawing/2014/main" id="{5FEDE802-C24B-4F73-99BA-4CF074EC31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11675"/>
            <a:ext cx="5142204" cy="34833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965968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2A62B53-7B65-4D21-ACF9-E619FE4F4890}"/>
              </a:ext>
            </a:extLst>
          </p:cNvPr>
          <p:cNvSpPr>
            <a:spLocks noGrp="1"/>
          </p:cNvSpPr>
          <p:nvPr>
            <p:ph type="subTitle" idx="2"/>
          </p:nvPr>
        </p:nvSpPr>
        <p:spPr>
          <a:xfrm>
            <a:off x="544135" y="1032750"/>
            <a:ext cx="5172062" cy="2739150"/>
          </a:xfrm>
        </p:spPr>
        <p:txBody>
          <a:bodyPr/>
          <a:lstStyle/>
          <a:p>
            <a:r>
              <a:rPr lang="en-US" dirty="0"/>
              <a:t>Education Virtualization on  Simulation Platform</a:t>
            </a:r>
            <a:endParaRPr lang="en-ID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AA62FDF-24C5-4167-AB64-099D092EE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182B99F8-564D-476C-87F4-B83520EDD435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544134" y="812100"/>
            <a:ext cx="3601783" cy="308040"/>
          </a:xfrm>
        </p:spPr>
        <p:txBody>
          <a:bodyPr/>
          <a:lstStyle/>
          <a:p>
            <a:r>
              <a:rPr lang="en-US" dirty="0"/>
              <a:t>Transform tradition education into</a:t>
            </a:r>
            <a:endParaRPr lang="en-ID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A30A0A9-C89C-4FF7-9F8F-336140E6D0FB}"/>
              </a:ext>
            </a:extLst>
          </p:cNvPr>
          <p:cNvSpPr txBox="1"/>
          <p:nvPr/>
        </p:nvSpPr>
        <p:spPr>
          <a:xfrm>
            <a:off x="5268572" y="586443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b="1" i="0" dirty="0">
              <a:solidFill>
                <a:srgbClr val="002D5E"/>
              </a:solidFill>
              <a:effectLst/>
              <a:latin typeface="Open Sans" panose="020B0606030504020204" pitchFamily="34" charset="0"/>
            </a:endParaRPr>
          </a:p>
          <a:p>
            <a:endParaRPr lang="en-ID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2AF4EF06-49F7-463F-BECC-8B78D6CF4CA3}"/>
              </a:ext>
            </a:extLst>
          </p:cNvPr>
          <p:cNvGrpSpPr/>
          <p:nvPr/>
        </p:nvGrpSpPr>
        <p:grpSpPr>
          <a:xfrm>
            <a:off x="494975" y="2256495"/>
            <a:ext cx="3634740" cy="2023471"/>
            <a:chOff x="494975" y="2494679"/>
            <a:chExt cx="3634740" cy="2023471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E8F2065-B954-449F-A753-40A049E85BF8}"/>
                </a:ext>
              </a:extLst>
            </p:cNvPr>
            <p:cNvSpPr/>
            <p:nvPr/>
          </p:nvSpPr>
          <p:spPr>
            <a:xfrm>
              <a:off x="494975" y="2594496"/>
              <a:ext cx="3634740" cy="192365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37E4584-4140-4E73-8779-AB30FC7EE57B}"/>
                </a:ext>
              </a:extLst>
            </p:cNvPr>
            <p:cNvSpPr/>
            <p:nvPr/>
          </p:nvSpPr>
          <p:spPr>
            <a:xfrm>
              <a:off x="540694" y="2494679"/>
              <a:ext cx="1829125" cy="21336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Virtualization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9CB1040-C54B-43D1-AD80-0F07C538C65D}"/>
                </a:ext>
              </a:extLst>
            </p:cNvPr>
            <p:cNvSpPr txBox="1"/>
            <p:nvPr/>
          </p:nvSpPr>
          <p:spPr>
            <a:xfrm>
              <a:off x="716605" y="2958711"/>
              <a:ext cx="3280903" cy="7386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 i="0" dirty="0">
                  <a:solidFill>
                    <a:srgbClr val="002D5E"/>
                  </a:solidFill>
                  <a:effectLst/>
                  <a:latin typeface="Open Sans" panose="020B0606030504020204" pitchFamily="34" charset="0"/>
                </a:rPr>
                <a:t>Splitting and transforming each cases or operation process into separate simulation Scenario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3EED8DB-13FF-4FBF-88A8-2FCBEF7ECF03}"/>
              </a:ext>
            </a:extLst>
          </p:cNvPr>
          <p:cNvGrpSpPr/>
          <p:nvPr/>
        </p:nvGrpSpPr>
        <p:grpSpPr>
          <a:xfrm>
            <a:off x="4496473" y="2256495"/>
            <a:ext cx="3634740" cy="2023471"/>
            <a:chOff x="494975" y="2494679"/>
            <a:chExt cx="3634740" cy="2023471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6E5F39D-5CFF-4149-8591-E35BA1816FBA}"/>
                </a:ext>
              </a:extLst>
            </p:cNvPr>
            <p:cNvSpPr/>
            <p:nvPr/>
          </p:nvSpPr>
          <p:spPr>
            <a:xfrm>
              <a:off x="494975" y="2594496"/>
              <a:ext cx="3634740" cy="192365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D0A579F0-E76C-482E-966F-D31A7B3F623B}"/>
                </a:ext>
              </a:extLst>
            </p:cNvPr>
            <p:cNvSpPr/>
            <p:nvPr/>
          </p:nvSpPr>
          <p:spPr>
            <a:xfrm>
              <a:off x="540694" y="2494679"/>
              <a:ext cx="1829125" cy="21336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Simulation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05DF05FA-59E9-44A0-BF45-BDC7E19917E2}"/>
                </a:ext>
              </a:extLst>
            </p:cNvPr>
            <p:cNvSpPr txBox="1"/>
            <p:nvPr/>
          </p:nvSpPr>
          <p:spPr>
            <a:xfrm>
              <a:off x="671893" y="2958711"/>
              <a:ext cx="3280903" cy="95410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 i="0" dirty="0">
                  <a:solidFill>
                    <a:srgbClr val="002D5E"/>
                  </a:solidFill>
                  <a:effectLst/>
                  <a:latin typeface="Open Sans" panose="020B0606030504020204" pitchFamily="34" charset="0"/>
                </a:rPr>
                <a:t>Conducting Simulation which imitates the operation of real-world processes or systems with the use of models.</a:t>
              </a:r>
              <a:endParaRPr lang="en-US" b="1" dirty="0">
                <a:solidFill>
                  <a:srgbClr val="002D5E"/>
                </a:solidFill>
                <a:latin typeface="Open Sans" panose="020B0606030504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288778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62461A1-9971-4771-BC8D-EA1639BCB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D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A0D9CA18-3E4A-4BB6-AF20-BEAA793E7B17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81386" y="81386"/>
            <a:ext cx="8928566" cy="4332629"/>
            <a:chOff x="81386" y="81386"/>
            <a:chExt cx="8928566" cy="4332629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362C9905-BB7E-4581-99D3-8DA4ACDB40C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1386" y="81386"/>
              <a:ext cx="8928566" cy="4332629"/>
            </a:xfrm>
            <a:prstGeom prst="round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  <p:sp>
          <p:nvSpPr>
            <p:cNvPr id="8" name="Subtitle 2">
              <a:extLst>
                <a:ext uri="{FF2B5EF4-FFF2-40B4-BE49-F238E27FC236}">
                  <a16:creationId xmlns:a16="http://schemas.microsoft.com/office/drawing/2014/main" id="{CDBB12C3-E778-4ECF-AA69-132A7CC6F4E3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46725" y="218886"/>
              <a:ext cx="5172062" cy="5105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429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2400"/>
                <a:buFont typeface="Josefin Sans"/>
                <a:buNone/>
                <a:defRPr sz="2800" b="1" i="0" u="none" strike="noStrike" cap="none">
                  <a:solidFill>
                    <a:schemeClr val="accent1"/>
                  </a:solidFill>
                  <a:latin typeface="Josefin Sans"/>
                  <a:ea typeface="Josefin Sans"/>
                  <a:cs typeface="Josefin Sans"/>
                  <a:sym typeface="Josefin Sans"/>
                </a:defRPr>
              </a:lvl1pPr>
              <a:lvl2pPr marL="914400" marR="0" lvl="1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Josefin Sans SemiBold"/>
                <a:buNone/>
                <a:defRPr sz="1800" b="0" i="0" u="none" strike="noStrike" cap="none">
                  <a:solidFill>
                    <a:schemeClr val="accent1"/>
                  </a:solidFill>
                  <a:latin typeface="Josefin Sans SemiBold"/>
                  <a:ea typeface="Josefin Sans SemiBold"/>
                  <a:cs typeface="Josefin Sans SemiBold"/>
                  <a:sym typeface="Josefin Sans SemiBold"/>
                </a:defRPr>
              </a:lvl2pPr>
              <a:lvl3pPr marL="1371600" marR="0" lvl="2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Josefin Sans SemiBold"/>
                <a:buNone/>
                <a:defRPr sz="1800" b="0" i="0" u="none" strike="noStrike" cap="none">
                  <a:solidFill>
                    <a:schemeClr val="accent1"/>
                  </a:solidFill>
                  <a:latin typeface="Josefin Sans SemiBold"/>
                  <a:ea typeface="Josefin Sans SemiBold"/>
                  <a:cs typeface="Josefin Sans SemiBold"/>
                  <a:sym typeface="Josefin Sans SemiBold"/>
                </a:defRPr>
              </a:lvl3pPr>
              <a:lvl4pPr marL="1828800" marR="0" lvl="3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Josefin Sans SemiBold"/>
                <a:buNone/>
                <a:defRPr sz="1800" b="0" i="0" u="none" strike="noStrike" cap="none">
                  <a:solidFill>
                    <a:schemeClr val="accent1"/>
                  </a:solidFill>
                  <a:latin typeface="Josefin Sans SemiBold"/>
                  <a:ea typeface="Josefin Sans SemiBold"/>
                  <a:cs typeface="Josefin Sans SemiBold"/>
                  <a:sym typeface="Josefin Sans SemiBold"/>
                </a:defRPr>
              </a:lvl4pPr>
              <a:lvl5pPr marL="2286000" marR="0" lvl="4" indent="-31115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Josefin Sans SemiBold"/>
                <a:buNone/>
                <a:defRPr sz="1800" b="0" i="0" u="none" strike="noStrike" cap="none">
                  <a:solidFill>
                    <a:schemeClr val="accent1"/>
                  </a:solidFill>
                  <a:latin typeface="Josefin Sans SemiBold"/>
                  <a:ea typeface="Josefin Sans SemiBold"/>
                  <a:cs typeface="Josefin Sans SemiBold"/>
                  <a:sym typeface="Josefin Sans SemiBold"/>
                </a:defRPr>
              </a:lvl5pPr>
              <a:lvl6pPr marL="2743200" marR="0" lvl="5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Josefin Sans SemiBold"/>
                <a:buNone/>
                <a:defRPr sz="1800" b="0" i="0" u="none" strike="noStrike" cap="none">
                  <a:solidFill>
                    <a:schemeClr val="accent1"/>
                  </a:solidFill>
                  <a:latin typeface="Josefin Sans SemiBold"/>
                  <a:ea typeface="Josefin Sans SemiBold"/>
                  <a:cs typeface="Josefin Sans SemiBold"/>
                  <a:sym typeface="Josefin Sans SemiBold"/>
                </a:defRPr>
              </a:lvl6pPr>
              <a:lvl7pPr marL="3200400" marR="0" lvl="6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Josefin Sans SemiBold"/>
                <a:buNone/>
                <a:defRPr sz="1800" b="0" i="0" u="none" strike="noStrike" cap="none">
                  <a:solidFill>
                    <a:schemeClr val="accent1"/>
                  </a:solidFill>
                  <a:latin typeface="Josefin Sans SemiBold"/>
                  <a:ea typeface="Josefin Sans SemiBold"/>
                  <a:cs typeface="Josefin Sans SemiBold"/>
                  <a:sym typeface="Josefin Sans SemiBold"/>
                </a:defRPr>
              </a:lvl7pPr>
              <a:lvl8pPr marL="3657600" marR="0" lvl="7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Josefin Sans SemiBold"/>
                <a:buNone/>
                <a:defRPr sz="1800" b="0" i="0" u="none" strike="noStrike" cap="none">
                  <a:solidFill>
                    <a:schemeClr val="accent1"/>
                  </a:solidFill>
                  <a:latin typeface="Josefin Sans SemiBold"/>
                  <a:ea typeface="Josefin Sans SemiBold"/>
                  <a:cs typeface="Josefin Sans SemiBold"/>
                  <a:sym typeface="Josefin Sans SemiBold"/>
                </a:defRPr>
              </a:lvl8pPr>
              <a:lvl9pPr marL="4114800" marR="0" lvl="8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Josefin Sans SemiBold"/>
                <a:buNone/>
                <a:defRPr sz="1800" b="0" i="0" u="none" strike="noStrike" cap="none">
                  <a:solidFill>
                    <a:schemeClr val="accent1"/>
                  </a:solidFill>
                  <a:latin typeface="Josefin Sans SemiBold"/>
                  <a:ea typeface="Josefin Sans SemiBold"/>
                  <a:cs typeface="Josefin Sans SemiBold"/>
                  <a:sym typeface="Josefin Sans SemiBold"/>
                </a:defRPr>
              </a:lvl9pPr>
            </a:lstStyle>
            <a:p>
              <a:r>
                <a:rPr lang="en-US" dirty="0"/>
                <a:t>Simulation Platform</a:t>
              </a:r>
              <a:endParaRPr lang="en-ID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2A3208B-F105-4B4C-AF47-DBA187092670}"/>
              </a:ext>
            </a:extLst>
          </p:cNvPr>
          <p:cNvGrpSpPr/>
          <p:nvPr/>
        </p:nvGrpSpPr>
        <p:grpSpPr>
          <a:xfrm>
            <a:off x="4717428" y="1447854"/>
            <a:ext cx="3634740" cy="1348803"/>
            <a:chOff x="494975" y="2494679"/>
            <a:chExt cx="3634740" cy="1348803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0B4BC49-31D3-4958-999B-1AAFB0A9406A}"/>
                </a:ext>
              </a:extLst>
            </p:cNvPr>
            <p:cNvSpPr/>
            <p:nvPr/>
          </p:nvSpPr>
          <p:spPr>
            <a:xfrm>
              <a:off x="494975" y="2594496"/>
              <a:ext cx="3634740" cy="124898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2277CCFB-5794-4911-8C27-CA9DF445353E}"/>
                </a:ext>
              </a:extLst>
            </p:cNvPr>
            <p:cNvSpPr/>
            <p:nvPr/>
          </p:nvSpPr>
          <p:spPr>
            <a:xfrm>
              <a:off x="540694" y="2494679"/>
              <a:ext cx="1829125" cy="21336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Dashboard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79EFB3D2-B80B-4D93-BC15-89CA0F5E0FD9}"/>
                </a:ext>
              </a:extLst>
            </p:cNvPr>
            <p:cNvSpPr txBox="1"/>
            <p:nvPr/>
          </p:nvSpPr>
          <p:spPr>
            <a:xfrm>
              <a:off x="716605" y="2958711"/>
              <a:ext cx="3280903" cy="7386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>
                <a:buFontTx/>
                <a:buChar char="-"/>
              </a:pPr>
              <a:r>
                <a:rPr lang="en-US" b="1" i="0" dirty="0">
                  <a:solidFill>
                    <a:srgbClr val="002D5E"/>
                  </a:solidFill>
                  <a:effectLst/>
                  <a:latin typeface="Open Sans" panose="020B0606030504020204" pitchFamily="34" charset="0"/>
                </a:rPr>
                <a:t>Simulation Guidance </a:t>
              </a:r>
            </a:p>
            <a:p>
              <a:pPr marL="285750" indent="-285750">
                <a:buFontTx/>
                <a:buChar char="-"/>
              </a:pPr>
              <a:r>
                <a:rPr lang="en-US" b="1" i="0" dirty="0">
                  <a:solidFill>
                    <a:srgbClr val="002D5E"/>
                  </a:solidFill>
                  <a:effectLst/>
                  <a:latin typeface="Open Sans" panose="020B0606030504020204" pitchFamily="34" charset="0"/>
                </a:rPr>
                <a:t>User Progress monitor</a:t>
              </a:r>
            </a:p>
            <a:p>
              <a:pPr marL="285750" indent="-285750">
                <a:buFontTx/>
                <a:buChar char="-"/>
              </a:pPr>
              <a:r>
                <a:rPr lang="en-US" b="1" i="0" dirty="0">
                  <a:solidFill>
                    <a:srgbClr val="002D5E"/>
                  </a:solidFill>
                  <a:effectLst/>
                  <a:latin typeface="Open Sans" panose="020B0606030504020204" pitchFamily="34" charset="0"/>
                </a:rPr>
                <a:t>User Feedback service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780D549B-5BBE-45F2-96DC-202D068174C3}"/>
              </a:ext>
            </a:extLst>
          </p:cNvPr>
          <p:cNvGrpSpPr/>
          <p:nvPr/>
        </p:nvGrpSpPr>
        <p:grpSpPr>
          <a:xfrm>
            <a:off x="602254" y="838078"/>
            <a:ext cx="3502533" cy="1065030"/>
            <a:chOff x="494975" y="2494679"/>
            <a:chExt cx="3502533" cy="1065030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C8B2E5C3-AC38-4C59-AD46-9AED47CD986B}"/>
                </a:ext>
              </a:extLst>
            </p:cNvPr>
            <p:cNvSpPr/>
            <p:nvPr/>
          </p:nvSpPr>
          <p:spPr>
            <a:xfrm>
              <a:off x="494975" y="2594496"/>
              <a:ext cx="2358870" cy="96521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2FA4F35F-016C-40CE-ADF3-C740A645773B}"/>
                </a:ext>
              </a:extLst>
            </p:cNvPr>
            <p:cNvSpPr/>
            <p:nvPr/>
          </p:nvSpPr>
          <p:spPr>
            <a:xfrm>
              <a:off x="540694" y="2494679"/>
              <a:ext cx="1829125" cy="21336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Users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C96DD180-96EB-4ACF-822C-082107B97C72}"/>
                </a:ext>
              </a:extLst>
            </p:cNvPr>
            <p:cNvSpPr txBox="1"/>
            <p:nvPr/>
          </p:nvSpPr>
          <p:spPr>
            <a:xfrm>
              <a:off x="716605" y="2789448"/>
              <a:ext cx="3280903" cy="7386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>
                <a:buFontTx/>
                <a:buChar char="-"/>
              </a:pPr>
              <a:r>
                <a:rPr lang="en-US" b="1" i="0" dirty="0">
                  <a:solidFill>
                    <a:srgbClr val="002D5E"/>
                  </a:solidFill>
                  <a:effectLst/>
                  <a:latin typeface="Open Sans" panose="020B0606030504020204" pitchFamily="34" charset="0"/>
                </a:rPr>
                <a:t>User (</a:t>
              </a:r>
              <a:r>
                <a:rPr lang="en-US" b="1" i="0" dirty="0" err="1">
                  <a:solidFill>
                    <a:srgbClr val="002D5E"/>
                  </a:solidFill>
                  <a:effectLst/>
                  <a:latin typeface="Open Sans" panose="020B0606030504020204" pitchFamily="34" charset="0"/>
                </a:rPr>
                <a:t>Importir</a:t>
              </a:r>
              <a:r>
                <a:rPr lang="en-US" b="1" i="0" dirty="0">
                  <a:solidFill>
                    <a:srgbClr val="002D5E"/>
                  </a:solidFill>
                  <a:effectLst/>
                  <a:latin typeface="Open Sans" panose="020B0606030504020204" pitchFamily="34" charset="0"/>
                </a:rPr>
                <a:t>)</a:t>
              </a:r>
            </a:p>
            <a:p>
              <a:pPr marL="285750" indent="-285750">
                <a:buFontTx/>
                <a:buChar char="-"/>
              </a:pPr>
              <a:r>
                <a:rPr lang="en-US" b="1" dirty="0">
                  <a:solidFill>
                    <a:srgbClr val="002D5E"/>
                  </a:solidFill>
                  <a:latin typeface="Open Sans" panose="020B0606030504020204" pitchFamily="34" charset="0"/>
                </a:rPr>
                <a:t>Admin</a:t>
              </a:r>
            </a:p>
            <a:p>
              <a:pPr marL="285750" indent="-285750">
                <a:buFontTx/>
                <a:buChar char="-"/>
              </a:pPr>
              <a:r>
                <a:rPr lang="en-US" b="1" dirty="0">
                  <a:solidFill>
                    <a:srgbClr val="002D5E"/>
                  </a:solidFill>
                  <a:latin typeface="Open Sans" panose="020B0606030504020204" pitchFamily="34" charset="0"/>
                </a:rPr>
                <a:t>. . . 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771496F4-E97A-4883-BA00-9A7648B3AC32}"/>
              </a:ext>
            </a:extLst>
          </p:cNvPr>
          <p:cNvGrpSpPr/>
          <p:nvPr/>
        </p:nvGrpSpPr>
        <p:grpSpPr>
          <a:xfrm>
            <a:off x="4672286" y="2991637"/>
            <a:ext cx="3634740" cy="1202696"/>
            <a:chOff x="494975" y="2494679"/>
            <a:chExt cx="3634740" cy="1202696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BCA6AD3C-3F0A-4D69-A1FB-40E81CA44380}"/>
                </a:ext>
              </a:extLst>
            </p:cNvPr>
            <p:cNvSpPr/>
            <p:nvPr/>
          </p:nvSpPr>
          <p:spPr>
            <a:xfrm>
              <a:off x="494975" y="2594496"/>
              <a:ext cx="3634740" cy="103611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6E29994E-2EE1-4E5F-9197-2FD2C14C69F0}"/>
                </a:ext>
              </a:extLst>
            </p:cNvPr>
            <p:cNvSpPr/>
            <p:nvPr/>
          </p:nvSpPr>
          <p:spPr>
            <a:xfrm>
              <a:off x="540694" y="2494679"/>
              <a:ext cx="1829125" cy="21336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Admin &amp; Reporting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484DA728-4277-405C-86C7-A39985C8328C}"/>
                </a:ext>
              </a:extLst>
            </p:cNvPr>
            <p:cNvSpPr txBox="1"/>
            <p:nvPr/>
          </p:nvSpPr>
          <p:spPr>
            <a:xfrm>
              <a:off x="716605" y="2958711"/>
              <a:ext cx="3280903" cy="7386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>
                <a:buFontTx/>
                <a:buChar char="-"/>
              </a:pPr>
              <a:r>
                <a:rPr lang="en-US" b="1" i="0" dirty="0">
                  <a:solidFill>
                    <a:srgbClr val="002D5E"/>
                  </a:solidFill>
                  <a:effectLst/>
                  <a:latin typeface="Open Sans" panose="020B0606030504020204" pitchFamily="34" charset="0"/>
                </a:rPr>
                <a:t>User Statistic</a:t>
              </a:r>
            </a:p>
            <a:p>
              <a:pPr marL="285750" indent="-285750">
                <a:buFontTx/>
                <a:buChar char="-"/>
              </a:pPr>
              <a:r>
                <a:rPr lang="en-US" b="1" i="0" dirty="0">
                  <a:solidFill>
                    <a:srgbClr val="002D5E"/>
                  </a:solidFill>
                  <a:effectLst/>
                  <a:latin typeface="Open Sans" panose="020B0606030504020204" pitchFamily="34" charset="0"/>
                </a:rPr>
                <a:t>User Feedback manager</a:t>
              </a:r>
            </a:p>
            <a:p>
              <a:pPr marL="285750" indent="-285750">
                <a:buFontTx/>
                <a:buChar char="-"/>
              </a:pPr>
              <a:endParaRPr lang="en-US" b="1" i="0" dirty="0">
                <a:solidFill>
                  <a:srgbClr val="002D5E"/>
                </a:solidFill>
                <a:effectLst/>
                <a:latin typeface="Open Sans" panose="020B0606030504020204" pitchFamily="34" charset="0"/>
              </a:endParaRP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B25899D6-4E3A-44B3-9D74-1116F5589024}"/>
              </a:ext>
            </a:extLst>
          </p:cNvPr>
          <p:cNvGrpSpPr/>
          <p:nvPr/>
        </p:nvGrpSpPr>
        <p:grpSpPr>
          <a:xfrm>
            <a:off x="659728" y="2103105"/>
            <a:ext cx="3634740" cy="2064470"/>
            <a:chOff x="494975" y="2494679"/>
            <a:chExt cx="3634740" cy="2064470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31520D08-6432-401B-801E-4B9F16CC1EDE}"/>
                </a:ext>
              </a:extLst>
            </p:cNvPr>
            <p:cNvSpPr/>
            <p:nvPr/>
          </p:nvSpPr>
          <p:spPr>
            <a:xfrm>
              <a:off x="494975" y="2594496"/>
              <a:ext cx="3634740" cy="192365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ED5722F2-4203-412F-B94F-CFEADB37E296}"/>
                </a:ext>
              </a:extLst>
            </p:cNvPr>
            <p:cNvSpPr/>
            <p:nvPr/>
          </p:nvSpPr>
          <p:spPr>
            <a:xfrm>
              <a:off x="540694" y="2494679"/>
              <a:ext cx="1829125" cy="21336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Scenario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36A6F082-F501-4180-A6AD-6AFF147AC5AC}"/>
                </a:ext>
              </a:extLst>
            </p:cNvPr>
            <p:cNvSpPr txBox="1"/>
            <p:nvPr/>
          </p:nvSpPr>
          <p:spPr>
            <a:xfrm>
              <a:off x="716605" y="2958711"/>
              <a:ext cx="3280903" cy="160043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>
                <a:buFontTx/>
                <a:buChar char="-"/>
              </a:pPr>
              <a:r>
                <a:rPr lang="en-US" altLang="en-US" sz="1400" dirty="0" err="1"/>
                <a:t>Studi</a:t>
              </a:r>
              <a:r>
                <a:rPr lang="en-US" altLang="en-US" sz="1400" dirty="0"/>
                <a:t> </a:t>
              </a:r>
              <a:r>
                <a:rPr lang="en-US" altLang="en-US" sz="1400" dirty="0" err="1"/>
                <a:t>kasus</a:t>
              </a:r>
              <a:r>
                <a:rPr lang="en-US" altLang="en-US" sz="1400" dirty="0"/>
                <a:t> 1 : </a:t>
              </a:r>
              <a:r>
                <a:rPr lang="en-US" altLang="en-US" sz="1400" dirty="0" err="1"/>
                <a:t>Ekspor</a:t>
              </a:r>
              <a:r>
                <a:rPr lang="en-US" altLang="en-US" sz="1400" dirty="0"/>
                <a:t> </a:t>
              </a:r>
              <a:r>
                <a:rPr lang="en-US" altLang="en-US" sz="1400" dirty="0" err="1"/>
                <a:t>Produk</a:t>
              </a:r>
              <a:r>
                <a:rPr lang="en-US" altLang="en-US" sz="1400" dirty="0"/>
                <a:t> Ikan</a:t>
              </a:r>
              <a:endParaRPr lang="en-US" i="0" dirty="0">
                <a:solidFill>
                  <a:srgbClr val="002D5E"/>
                </a:solidFill>
                <a:effectLst/>
                <a:latin typeface="Open Sans" panose="020B0606030504020204" pitchFamily="34" charset="0"/>
              </a:endParaRPr>
            </a:p>
            <a:p>
              <a:pPr marL="285750" indent="-285750">
                <a:buFontTx/>
                <a:buChar char="-"/>
              </a:pPr>
              <a:r>
                <a:rPr lang="en-US" altLang="en-US" sz="1400" dirty="0" err="1"/>
                <a:t>Studi</a:t>
              </a:r>
              <a:r>
                <a:rPr lang="en-US" altLang="en-US" sz="1400" dirty="0"/>
                <a:t> </a:t>
              </a:r>
              <a:r>
                <a:rPr lang="en-US" altLang="en-US" sz="1400" dirty="0" err="1"/>
                <a:t>kasus</a:t>
              </a:r>
              <a:r>
                <a:rPr lang="en-US" altLang="en-US" sz="1400" dirty="0"/>
                <a:t> 2 : </a:t>
              </a:r>
              <a:r>
                <a:rPr lang="en-US" altLang="en-US" dirty="0" err="1"/>
                <a:t>Ekspor</a:t>
              </a:r>
              <a:r>
                <a:rPr lang="en-US" altLang="en-US" dirty="0"/>
                <a:t> </a:t>
              </a:r>
              <a:r>
                <a:rPr lang="en-US" altLang="en-US" dirty="0" err="1"/>
                <a:t>Produk</a:t>
              </a:r>
              <a:r>
                <a:rPr lang="en-US" altLang="en-US" dirty="0"/>
                <a:t> furniture</a:t>
              </a:r>
            </a:p>
            <a:p>
              <a:pPr marL="285750" indent="-285750">
                <a:buFontTx/>
                <a:buChar char="-"/>
              </a:pPr>
              <a:r>
                <a:rPr lang="en-US" altLang="en-US" sz="1400" dirty="0" err="1"/>
                <a:t>Studi</a:t>
              </a:r>
              <a:r>
                <a:rPr lang="en-US" altLang="en-US" sz="1400" dirty="0"/>
                <a:t> </a:t>
              </a:r>
              <a:r>
                <a:rPr lang="en-US" altLang="en-US" sz="1400" dirty="0" err="1"/>
                <a:t>kasus</a:t>
              </a:r>
              <a:r>
                <a:rPr lang="en-US" altLang="en-US" sz="1400" dirty="0"/>
                <a:t> 3 : </a:t>
              </a:r>
              <a:r>
                <a:rPr lang="en-US" altLang="en-US" dirty="0" err="1"/>
                <a:t>Ekspor</a:t>
              </a:r>
              <a:r>
                <a:rPr lang="en-US" altLang="en-US" dirty="0"/>
                <a:t> </a:t>
              </a:r>
              <a:r>
                <a:rPr lang="en-US" altLang="en-US" dirty="0" err="1"/>
                <a:t>Produk</a:t>
              </a:r>
              <a:r>
                <a:rPr lang="en-US" altLang="en-US" dirty="0"/>
                <a:t> </a:t>
              </a:r>
              <a:r>
                <a:rPr lang="en-US" altLang="en-US" dirty="0" err="1"/>
                <a:t>kerajinan</a:t>
              </a:r>
              <a:endParaRPr lang="en-US" altLang="en-US" dirty="0"/>
            </a:p>
            <a:p>
              <a:pPr marL="285750" indent="-285750">
                <a:buFontTx/>
                <a:buChar char="-"/>
              </a:pPr>
              <a:endParaRPr lang="en-US" i="0" dirty="0">
                <a:solidFill>
                  <a:srgbClr val="002D5E"/>
                </a:solidFill>
                <a:effectLst/>
                <a:latin typeface="Open Sans" panose="020B0606030504020204" pitchFamily="34" charset="0"/>
              </a:endParaRPr>
            </a:p>
            <a:p>
              <a:pPr marL="285750" indent="-285750">
                <a:buFontTx/>
                <a:buChar char="-"/>
              </a:pPr>
              <a:endParaRPr lang="en-US" i="0" dirty="0">
                <a:solidFill>
                  <a:srgbClr val="002D5E"/>
                </a:solidFill>
                <a:effectLst/>
                <a:latin typeface="Open Sans" panose="020B0606030504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879209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62461A1-9971-4771-BC8D-EA1639BCB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D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A0D9CA18-3E4A-4BB6-AF20-BEAA793E7B17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81386" y="81386"/>
            <a:ext cx="8928566" cy="4332629"/>
            <a:chOff x="81386" y="81386"/>
            <a:chExt cx="8928566" cy="4332629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362C9905-BB7E-4581-99D3-8DA4ACDB40C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1386" y="81386"/>
              <a:ext cx="8928566" cy="4332629"/>
            </a:xfrm>
            <a:prstGeom prst="round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  <p:sp>
          <p:nvSpPr>
            <p:cNvPr id="8" name="Subtitle 2">
              <a:extLst>
                <a:ext uri="{FF2B5EF4-FFF2-40B4-BE49-F238E27FC236}">
                  <a16:creationId xmlns:a16="http://schemas.microsoft.com/office/drawing/2014/main" id="{CDBB12C3-E778-4ECF-AA69-132A7CC6F4E3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46725" y="218886"/>
              <a:ext cx="5172062" cy="5105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429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2400"/>
                <a:buFont typeface="Josefin Sans"/>
                <a:buNone/>
                <a:defRPr sz="2800" b="1" i="0" u="none" strike="noStrike" cap="none">
                  <a:solidFill>
                    <a:schemeClr val="accent1"/>
                  </a:solidFill>
                  <a:latin typeface="Josefin Sans"/>
                  <a:ea typeface="Josefin Sans"/>
                  <a:cs typeface="Josefin Sans"/>
                  <a:sym typeface="Josefin Sans"/>
                </a:defRPr>
              </a:lvl1pPr>
              <a:lvl2pPr marL="914400" marR="0" lvl="1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Josefin Sans SemiBold"/>
                <a:buNone/>
                <a:defRPr sz="1800" b="0" i="0" u="none" strike="noStrike" cap="none">
                  <a:solidFill>
                    <a:schemeClr val="accent1"/>
                  </a:solidFill>
                  <a:latin typeface="Josefin Sans SemiBold"/>
                  <a:ea typeface="Josefin Sans SemiBold"/>
                  <a:cs typeface="Josefin Sans SemiBold"/>
                  <a:sym typeface="Josefin Sans SemiBold"/>
                </a:defRPr>
              </a:lvl2pPr>
              <a:lvl3pPr marL="1371600" marR="0" lvl="2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Josefin Sans SemiBold"/>
                <a:buNone/>
                <a:defRPr sz="1800" b="0" i="0" u="none" strike="noStrike" cap="none">
                  <a:solidFill>
                    <a:schemeClr val="accent1"/>
                  </a:solidFill>
                  <a:latin typeface="Josefin Sans SemiBold"/>
                  <a:ea typeface="Josefin Sans SemiBold"/>
                  <a:cs typeface="Josefin Sans SemiBold"/>
                  <a:sym typeface="Josefin Sans SemiBold"/>
                </a:defRPr>
              </a:lvl3pPr>
              <a:lvl4pPr marL="1828800" marR="0" lvl="3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Josefin Sans SemiBold"/>
                <a:buNone/>
                <a:defRPr sz="1800" b="0" i="0" u="none" strike="noStrike" cap="none">
                  <a:solidFill>
                    <a:schemeClr val="accent1"/>
                  </a:solidFill>
                  <a:latin typeface="Josefin Sans SemiBold"/>
                  <a:ea typeface="Josefin Sans SemiBold"/>
                  <a:cs typeface="Josefin Sans SemiBold"/>
                  <a:sym typeface="Josefin Sans SemiBold"/>
                </a:defRPr>
              </a:lvl4pPr>
              <a:lvl5pPr marL="2286000" marR="0" lvl="4" indent="-31115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Josefin Sans SemiBold"/>
                <a:buNone/>
                <a:defRPr sz="1800" b="0" i="0" u="none" strike="noStrike" cap="none">
                  <a:solidFill>
                    <a:schemeClr val="accent1"/>
                  </a:solidFill>
                  <a:latin typeface="Josefin Sans SemiBold"/>
                  <a:ea typeface="Josefin Sans SemiBold"/>
                  <a:cs typeface="Josefin Sans SemiBold"/>
                  <a:sym typeface="Josefin Sans SemiBold"/>
                </a:defRPr>
              </a:lvl5pPr>
              <a:lvl6pPr marL="2743200" marR="0" lvl="5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Josefin Sans SemiBold"/>
                <a:buNone/>
                <a:defRPr sz="1800" b="0" i="0" u="none" strike="noStrike" cap="none">
                  <a:solidFill>
                    <a:schemeClr val="accent1"/>
                  </a:solidFill>
                  <a:latin typeface="Josefin Sans SemiBold"/>
                  <a:ea typeface="Josefin Sans SemiBold"/>
                  <a:cs typeface="Josefin Sans SemiBold"/>
                  <a:sym typeface="Josefin Sans SemiBold"/>
                </a:defRPr>
              </a:lvl6pPr>
              <a:lvl7pPr marL="3200400" marR="0" lvl="6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Josefin Sans SemiBold"/>
                <a:buNone/>
                <a:defRPr sz="1800" b="0" i="0" u="none" strike="noStrike" cap="none">
                  <a:solidFill>
                    <a:schemeClr val="accent1"/>
                  </a:solidFill>
                  <a:latin typeface="Josefin Sans SemiBold"/>
                  <a:ea typeface="Josefin Sans SemiBold"/>
                  <a:cs typeface="Josefin Sans SemiBold"/>
                  <a:sym typeface="Josefin Sans SemiBold"/>
                </a:defRPr>
              </a:lvl7pPr>
              <a:lvl8pPr marL="3657600" marR="0" lvl="7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Josefin Sans SemiBold"/>
                <a:buNone/>
                <a:defRPr sz="1800" b="0" i="0" u="none" strike="noStrike" cap="none">
                  <a:solidFill>
                    <a:schemeClr val="accent1"/>
                  </a:solidFill>
                  <a:latin typeface="Josefin Sans SemiBold"/>
                  <a:ea typeface="Josefin Sans SemiBold"/>
                  <a:cs typeface="Josefin Sans SemiBold"/>
                  <a:sym typeface="Josefin Sans SemiBold"/>
                </a:defRPr>
              </a:lvl8pPr>
              <a:lvl9pPr marL="4114800" marR="0" lvl="8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Josefin Sans SemiBold"/>
                <a:buNone/>
                <a:defRPr sz="1800" b="0" i="0" u="none" strike="noStrike" cap="none">
                  <a:solidFill>
                    <a:schemeClr val="accent1"/>
                  </a:solidFill>
                  <a:latin typeface="Josefin Sans SemiBold"/>
                  <a:ea typeface="Josefin Sans SemiBold"/>
                  <a:cs typeface="Josefin Sans SemiBold"/>
                  <a:sym typeface="Josefin Sans SemiBold"/>
                </a:defRPr>
              </a:lvl9pPr>
            </a:lstStyle>
            <a:p>
              <a:r>
                <a:rPr lang="en-US" dirty="0"/>
                <a:t>Simulation Platform (2)</a:t>
              </a:r>
              <a:endParaRPr lang="en-ID" dirty="0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B25899D6-4E3A-44B3-9D74-1116F5589024}"/>
              </a:ext>
            </a:extLst>
          </p:cNvPr>
          <p:cNvGrpSpPr/>
          <p:nvPr/>
        </p:nvGrpSpPr>
        <p:grpSpPr>
          <a:xfrm>
            <a:off x="297530" y="796819"/>
            <a:ext cx="3146314" cy="3327682"/>
            <a:chOff x="494975" y="2494679"/>
            <a:chExt cx="3146314" cy="3327682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31520D08-6432-401B-801E-4B9F16CC1EDE}"/>
                </a:ext>
              </a:extLst>
            </p:cNvPr>
            <p:cNvSpPr/>
            <p:nvPr/>
          </p:nvSpPr>
          <p:spPr>
            <a:xfrm>
              <a:off x="494975" y="2594495"/>
              <a:ext cx="3057249" cy="316472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ED5722F2-4203-412F-B94F-CFEADB37E296}"/>
                </a:ext>
              </a:extLst>
            </p:cNvPr>
            <p:cNvSpPr/>
            <p:nvPr/>
          </p:nvSpPr>
          <p:spPr>
            <a:xfrm>
              <a:off x="540694" y="2494679"/>
              <a:ext cx="1829125" cy="21336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Module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36A6F082-F501-4180-A6AD-6AFF147AC5AC}"/>
                </a:ext>
              </a:extLst>
            </p:cNvPr>
            <p:cNvSpPr txBox="1"/>
            <p:nvPr/>
          </p:nvSpPr>
          <p:spPr>
            <a:xfrm>
              <a:off x="540694" y="2775373"/>
              <a:ext cx="3100595" cy="304698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>
                <a:buFontTx/>
                <a:buChar char="-"/>
              </a:pPr>
              <a:r>
                <a:rPr lang="en-US" altLang="en-US" sz="1200" dirty="0"/>
                <a:t>Calculator Harga Export</a:t>
              </a:r>
            </a:p>
            <a:p>
              <a:pPr marL="285750" indent="-285750">
                <a:buFontTx/>
                <a:buChar char="-"/>
              </a:pPr>
              <a:r>
                <a:rPr lang="en-US" altLang="en-US" sz="1200" dirty="0" err="1"/>
                <a:t>Membuat</a:t>
              </a:r>
              <a:r>
                <a:rPr lang="en-US" altLang="en-US" sz="1200" dirty="0"/>
                <a:t> Introduction Letter</a:t>
              </a:r>
            </a:p>
            <a:p>
              <a:pPr marL="285750" indent="-285750">
                <a:buFontTx/>
                <a:buChar char="-"/>
              </a:pPr>
              <a:r>
                <a:rPr lang="en-US" altLang="en-US" sz="1200" dirty="0" err="1"/>
                <a:t>Membuat</a:t>
              </a:r>
              <a:r>
                <a:rPr lang="en-US" altLang="en-US" sz="1200" dirty="0"/>
                <a:t> Offering Letter</a:t>
              </a:r>
            </a:p>
            <a:p>
              <a:pPr marL="285750" indent="-285750">
                <a:buFontTx/>
                <a:buChar char="-"/>
              </a:pPr>
              <a:r>
                <a:rPr lang="en-US" altLang="en-US" sz="1200" dirty="0" err="1"/>
                <a:t>Menerima</a:t>
              </a:r>
              <a:r>
                <a:rPr lang="en-US" altLang="en-US" sz="1200" dirty="0"/>
                <a:t> Ordering Letter</a:t>
              </a:r>
            </a:p>
            <a:p>
              <a:pPr marL="285750" indent="-285750">
                <a:buFontTx/>
                <a:buChar char="-"/>
              </a:pPr>
              <a:r>
                <a:rPr lang="en-US" altLang="en-US" sz="1200" dirty="0" err="1"/>
                <a:t>Membuat</a:t>
              </a:r>
              <a:r>
                <a:rPr lang="en-US" altLang="en-US" sz="1200" dirty="0"/>
                <a:t> Sales Contract</a:t>
              </a:r>
            </a:p>
            <a:p>
              <a:pPr marL="285750" indent="-285750">
                <a:buFontTx/>
                <a:buChar char="-"/>
              </a:pPr>
              <a:r>
                <a:rPr lang="en-US" altLang="en-US" sz="1200" dirty="0" err="1"/>
                <a:t>Menerima</a:t>
              </a:r>
              <a:r>
                <a:rPr lang="en-US" altLang="en-US" sz="1200" dirty="0"/>
                <a:t> LC</a:t>
              </a:r>
            </a:p>
            <a:p>
              <a:pPr marL="285750" indent="-285750">
                <a:buFontTx/>
                <a:buChar char="-"/>
              </a:pPr>
              <a:r>
                <a:rPr lang="en-US" altLang="en-US" sz="1200" dirty="0" err="1"/>
                <a:t>Menyiapkan</a:t>
              </a:r>
              <a:r>
                <a:rPr lang="en-US" altLang="en-US" sz="1200" dirty="0"/>
                <a:t> </a:t>
              </a:r>
              <a:r>
                <a:rPr lang="en-US" altLang="en-US" sz="1200" dirty="0" err="1"/>
                <a:t>Dokumen</a:t>
              </a:r>
              <a:r>
                <a:rPr lang="en-US" altLang="en-US" sz="1200" dirty="0"/>
                <a:t> Export (Invoice, Packing List, </a:t>
              </a:r>
              <a:r>
                <a:rPr lang="en-US" altLang="en-US" sz="1200" dirty="0" err="1">
                  <a:solidFill>
                    <a:srgbClr val="C00000"/>
                  </a:solidFill>
                </a:rPr>
                <a:t>Dokumen</a:t>
              </a:r>
              <a:r>
                <a:rPr lang="en-US" altLang="en-US" sz="1200" dirty="0">
                  <a:solidFill>
                    <a:srgbClr val="C00000"/>
                  </a:solidFill>
                </a:rPr>
                <a:t> </a:t>
              </a:r>
              <a:r>
                <a:rPr lang="en-US" altLang="en-US" sz="1200" dirty="0" err="1">
                  <a:solidFill>
                    <a:srgbClr val="C00000"/>
                  </a:solidFill>
                </a:rPr>
                <a:t>Lainnya</a:t>
              </a:r>
              <a:r>
                <a:rPr lang="en-US" altLang="en-US" sz="1200" dirty="0"/>
                <a:t>)</a:t>
              </a:r>
            </a:p>
            <a:p>
              <a:pPr marL="285750" indent="-285750">
                <a:buFontTx/>
                <a:buChar char="-"/>
              </a:pPr>
              <a:r>
                <a:rPr lang="en-US" altLang="en-US" sz="1200" dirty="0" err="1"/>
                <a:t>Membuat</a:t>
              </a:r>
              <a:r>
                <a:rPr lang="en-US" altLang="en-US" sz="1200" dirty="0"/>
                <a:t> Shipping Instruction</a:t>
              </a:r>
            </a:p>
            <a:p>
              <a:pPr marL="285750" indent="-285750">
                <a:buFontTx/>
                <a:buChar char="-"/>
              </a:pPr>
              <a:r>
                <a:rPr lang="en-US" altLang="en-US" sz="1200" dirty="0" err="1"/>
                <a:t>Membuat</a:t>
              </a:r>
              <a:r>
                <a:rPr lang="en-US" altLang="en-US" sz="1200" dirty="0"/>
                <a:t> PEB </a:t>
              </a:r>
            </a:p>
            <a:p>
              <a:pPr marL="285750" indent="-285750">
                <a:buFontTx/>
                <a:buChar char="-"/>
              </a:pPr>
              <a:r>
                <a:rPr lang="en-US" altLang="en-US" sz="1200" dirty="0" err="1"/>
                <a:t>Mengurus</a:t>
              </a:r>
              <a:r>
                <a:rPr lang="en-US" altLang="en-US" sz="1200" dirty="0"/>
                <a:t> Bill of Landing </a:t>
              </a:r>
            </a:p>
            <a:p>
              <a:pPr marL="285750" indent="-285750">
                <a:buFontTx/>
                <a:buChar char="-"/>
              </a:pPr>
              <a:r>
                <a:rPr lang="en-US" altLang="en-US" sz="1200" dirty="0" err="1"/>
                <a:t>Membuat</a:t>
              </a:r>
              <a:r>
                <a:rPr lang="en-US" altLang="en-US" sz="1200" dirty="0"/>
                <a:t> SKA </a:t>
              </a:r>
            </a:p>
            <a:p>
              <a:pPr marL="285750" indent="-285750">
                <a:buFontTx/>
                <a:buChar char="-"/>
              </a:pPr>
              <a:r>
                <a:rPr lang="en-US" altLang="en-US" sz="1200" dirty="0" err="1"/>
                <a:t>Membuat</a:t>
              </a:r>
              <a:r>
                <a:rPr lang="en-US" altLang="en-US" sz="1200" dirty="0"/>
                <a:t> Bank Draft </a:t>
              </a:r>
            </a:p>
            <a:p>
              <a:pPr marL="285750" indent="-285750">
                <a:buFontTx/>
                <a:buChar char="-"/>
              </a:pPr>
              <a:r>
                <a:rPr lang="en-US" altLang="en-US" sz="1200" dirty="0" err="1"/>
                <a:t>Penerimaan</a:t>
              </a:r>
              <a:r>
                <a:rPr lang="en-US" altLang="en-US" sz="1200" dirty="0"/>
                <a:t> Uang</a:t>
              </a:r>
            </a:p>
            <a:p>
              <a:pPr marL="285750" indent="-285750">
                <a:buFontTx/>
                <a:buChar char="-"/>
              </a:pPr>
              <a:endParaRPr lang="en-US" sz="1200" i="0" dirty="0">
                <a:solidFill>
                  <a:srgbClr val="002D5E"/>
                </a:solidFill>
                <a:effectLst/>
                <a:latin typeface="Open Sans" panose="020B0606030504020204" pitchFamily="34" charset="0"/>
              </a:endParaRPr>
            </a:p>
            <a:p>
              <a:pPr marL="285750" indent="-285750">
                <a:buFontTx/>
                <a:buChar char="-"/>
              </a:pPr>
              <a:endParaRPr lang="en-US" sz="1200" i="0" dirty="0">
                <a:solidFill>
                  <a:srgbClr val="002D5E"/>
                </a:solidFill>
                <a:effectLst/>
                <a:latin typeface="Open Sans" panose="020B0606030504020204" pitchFamily="34" charset="0"/>
              </a:endParaRP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946B75EC-238B-4968-BD6E-19F465522C1A}"/>
              </a:ext>
            </a:extLst>
          </p:cNvPr>
          <p:cNvGrpSpPr/>
          <p:nvPr/>
        </p:nvGrpSpPr>
        <p:grpSpPr>
          <a:xfrm>
            <a:off x="3588002" y="796819"/>
            <a:ext cx="2551542" cy="3697014"/>
            <a:chOff x="494975" y="2494679"/>
            <a:chExt cx="2551542" cy="3697014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7B9450A9-BE77-45A8-9924-2E777FFA9A9A}"/>
                </a:ext>
              </a:extLst>
            </p:cNvPr>
            <p:cNvSpPr/>
            <p:nvPr/>
          </p:nvSpPr>
          <p:spPr>
            <a:xfrm>
              <a:off x="494975" y="2594495"/>
              <a:ext cx="1993401" cy="316472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145597A7-6C1C-4E0C-A375-F23CF83233D3}"/>
                </a:ext>
              </a:extLst>
            </p:cNvPr>
            <p:cNvSpPr/>
            <p:nvPr/>
          </p:nvSpPr>
          <p:spPr>
            <a:xfrm>
              <a:off x="540694" y="2494679"/>
              <a:ext cx="1829125" cy="21336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Form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00A1EA04-582B-4012-9930-35040A47FFAE}"/>
                </a:ext>
              </a:extLst>
            </p:cNvPr>
            <p:cNvSpPr txBox="1"/>
            <p:nvPr/>
          </p:nvSpPr>
          <p:spPr>
            <a:xfrm>
              <a:off x="540695" y="2775373"/>
              <a:ext cx="2505822" cy="34163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>
                <a:buFontTx/>
                <a:buChar char="-"/>
              </a:pPr>
              <a:r>
                <a:rPr lang="en-US" altLang="en-US" sz="1200" dirty="0"/>
                <a:t>Export Calculator</a:t>
              </a:r>
            </a:p>
            <a:p>
              <a:pPr marL="285750" indent="-285750">
                <a:buFontTx/>
                <a:buChar char="-"/>
              </a:pPr>
              <a:r>
                <a:rPr lang="en-US" altLang="en-US" sz="1200" dirty="0"/>
                <a:t>Introduction Letter</a:t>
              </a:r>
            </a:p>
            <a:p>
              <a:pPr marL="285750" indent="-285750">
                <a:buFontTx/>
                <a:buChar char="-"/>
              </a:pPr>
              <a:r>
                <a:rPr lang="en-US" altLang="en-US" sz="1200" dirty="0"/>
                <a:t>Inquiry Letter</a:t>
              </a:r>
            </a:p>
            <a:p>
              <a:pPr marL="285750" indent="-285750">
                <a:buFontTx/>
                <a:buChar char="-"/>
              </a:pPr>
              <a:r>
                <a:rPr lang="en-US" altLang="en-US" sz="1200" dirty="0"/>
                <a:t>Offering Letter</a:t>
              </a:r>
            </a:p>
            <a:p>
              <a:pPr marL="285750" indent="-285750">
                <a:buFontTx/>
                <a:buChar char="-"/>
              </a:pPr>
              <a:r>
                <a:rPr lang="en-US" altLang="en-US" sz="1200" dirty="0"/>
                <a:t>Sales Contract</a:t>
              </a:r>
            </a:p>
            <a:p>
              <a:pPr marL="285750" indent="-285750">
                <a:buFontTx/>
                <a:buChar char="-"/>
              </a:pPr>
              <a:r>
                <a:rPr lang="en-US" altLang="en-US" sz="1200" dirty="0"/>
                <a:t>PPLC</a:t>
              </a:r>
            </a:p>
            <a:p>
              <a:pPr marL="285750" indent="-285750">
                <a:buFontTx/>
                <a:buChar char="-"/>
              </a:pPr>
              <a:r>
                <a:rPr lang="en-US" altLang="en-US" sz="1200" dirty="0"/>
                <a:t>LC</a:t>
              </a:r>
            </a:p>
            <a:p>
              <a:pPr marL="285750" indent="-285750">
                <a:buFontTx/>
                <a:buChar char="-"/>
              </a:pPr>
              <a:r>
                <a:rPr lang="en-US" altLang="en-US" sz="1200" dirty="0"/>
                <a:t>Invoice, </a:t>
              </a:r>
            </a:p>
            <a:p>
              <a:pPr marL="285750" indent="-285750">
                <a:buFontTx/>
                <a:buChar char="-"/>
              </a:pPr>
              <a:r>
                <a:rPr lang="en-US" altLang="en-US" sz="1200" dirty="0"/>
                <a:t>Packing List</a:t>
              </a:r>
            </a:p>
            <a:p>
              <a:pPr marL="285750" indent="-285750">
                <a:buFontTx/>
                <a:buChar char="-"/>
              </a:pPr>
              <a:r>
                <a:rPr lang="en-US" altLang="en-US" sz="1200" dirty="0"/>
                <a:t>Shipping Instruction</a:t>
              </a:r>
            </a:p>
            <a:p>
              <a:pPr marL="285750" indent="-285750">
                <a:buFontTx/>
                <a:buChar char="-"/>
              </a:pPr>
              <a:r>
                <a:rPr lang="en-US" altLang="en-US" sz="1200" dirty="0"/>
                <a:t>Delivery Order</a:t>
              </a:r>
            </a:p>
            <a:p>
              <a:pPr marL="285750" indent="-285750">
                <a:buFontTx/>
                <a:buChar char="-"/>
              </a:pPr>
              <a:r>
                <a:rPr lang="en-US" altLang="en-US" sz="1200" dirty="0"/>
                <a:t>PEB </a:t>
              </a:r>
            </a:p>
            <a:p>
              <a:pPr marL="285750" indent="-285750">
                <a:buFontTx/>
                <a:buChar char="-"/>
              </a:pPr>
              <a:r>
                <a:rPr lang="en-US" altLang="en-US" sz="1200" dirty="0"/>
                <a:t>NPE</a:t>
              </a:r>
            </a:p>
            <a:p>
              <a:pPr marL="285750" indent="-285750">
                <a:buFontTx/>
                <a:buChar char="-"/>
              </a:pPr>
              <a:r>
                <a:rPr lang="en-US" altLang="en-US" sz="1200" dirty="0"/>
                <a:t>B/L</a:t>
              </a:r>
            </a:p>
            <a:p>
              <a:pPr marL="285750" indent="-285750">
                <a:buFontTx/>
                <a:buChar char="-"/>
              </a:pPr>
              <a:r>
                <a:rPr lang="en-US" altLang="en-US" sz="1200" dirty="0"/>
                <a:t>SKA</a:t>
              </a:r>
            </a:p>
            <a:p>
              <a:pPr marL="285750" indent="-285750">
                <a:buFontTx/>
                <a:buChar char="-"/>
              </a:pPr>
              <a:r>
                <a:rPr lang="en-US" altLang="en-US" sz="1200" dirty="0" err="1"/>
                <a:t>Struktur</a:t>
              </a:r>
              <a:r>
                <a:rPr lang="en-US" altLang="en-US" sz="1200" dirty="0"/>
                <a:t> Harga</a:t>
              </a:r>
            </a:p>
            <a:p>
              <a:pPr marL="285750" indent="-285750">
                <a:buFontTx/>
                <a:buChar char="-"/>
              </a:pPr>
              <a:endParaRPr lang="en-US" sz="1200" i="0" dirty="0">
                <a:solidFill>
                  <a:srgbClr val="002D5E"/>
                </a:solidFill>
                <a:effectLst/>
                <a:latin typeface="Open Sans" panose="020B0606030504020204" pitchFamily="34" charset="0"/>
              </a:endParaRPr>
            </a:p>
            <a:p>
              <a:pPr marL="285750" indent="-285750">
                <a:buFontTx/>
                <a:buChar char="-"/>
              </a:pPr>
              <a:endParaRPr lang="en-US" sz="1200" i="0" dirty="0">
                <a:solidFill>
                  <a:srgbClr val="002D5E"/>
                </a:solidFill>
                <a:effectLst/>
                <a:latin typeface="Open Sans" panose="020B0606030504020204" pitchFamily="34" charset="0"/>
              </a:endParaRP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5121436A-813A-4618-ADA8-BC87A1B33258}"/>
              </a:ext>
            </a:extLst>
          </p:cNvPr>
          <p:cNvGrpSpPr/>
          <p:nvPr/>
        </p:nvGrpSpPr>
        <p:grpSpPr>
          <a:xfrm>
            <a:off x="5725685" y="783012"/>
            <a:ext cx="3146314" cy="3264541"/>
            <a:chOff x="494975" y="2494679"/>
            <a:chExt cx="3146314" cy="3264541"/>
          </a:xfrm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A03592EC-891B-4053-80B2-6F364E6D1532}"/>
                </a:ext>
              </a:extLst>
            </p:cNvPr>
            <p:cNvSpPr/>
            <p:nvPr/>
          </p:nvSpPr>
          <p:spPr>
            <a:xfrm>
              <a:off x="494975" y="2594495"/>
              <a:ext cx="3057249" cy="316472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3B0207B5-9873-4AB3-A745-277D1457E4B2}"/>
                </a:ext>
              </a:extLst>
            </p:cNvPr>
            <p:cNvSpPr/>
            <p:nvPr/>
          </p:nvSpPr>
          <p:spPr>
            <a:xfrm>
              <a:off x="540694" y="2494679"/>
              <a:ext cx="2701640" cy="21336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Module (</a:t>
              </a:r>
              <a:r>
                <a:rPr lang="en-US" dirty="0" err="1"/>
                <a:t>Importir</a:t>
              </a:r>
              <a:r>
                <a:rPr lang="en-US" dirty="0"/>
                <a:t> by System)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35B458BF-618E-4822-8E59-805C71336547}"/>
                </a:ext>
              </a:extLst>
            </p:cNvPr>
            <p:cNvSpPr txBox="1"/>
            <p:nvPr/>
          </p:nvSpPr>
          <p:spPr>
            <a:xfrm>
              <a:off x="540694" y="2775373"/>
              <a:ext cx="3100595" cy="249299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>
                <a:buFontTx/>
                <a:buChar char="-"/>
              </a:pPr>
              <a:r>
                <a:rPr lang="en-US" altLang="en-US" sz="1200" dirty="0" err="1"/>
                <a:t>Menerima</a:t>
              </a:r>
              <a:r>
                <a:rPr lang="en-US" altLang="en-US" sz="1200" dirty="0"/>
                <a:t> Introduction Letter</a:t>
              </a:r>
            </a:p>
            <a:p>
              <a:pPr marL="285750" indent="-285750">
                <a:buFontTx/>
                <a:buChar char="-"/>
              </a:pPr>
              <a:r>
                <a:rPr lang="en-US" altLang="en-US" sz="1200" dirty="0" err="1"/>
                <a:t>Membuat</a:t>
              </a:r>
              <a:r>
                <a:rPr lang="en-US" altLang="en-US" sz="1200" dirty="0"/>
                <a:t> Inquiry Letter</a:t>
              </a:r>
            </a:p>
            <a:p>
              <a:pPr marL="285750" indent="-285750">
                <a:buFontTx/>
                <a:buChar char="-"/>
              </a:pPr>
              <a:r>
                <a:rPr lang="en-US" altLang="en-US" sz="1200" dirty="0" err="1"/>
                <a:t>Menerima</a:t>
              </a:r>
              <a:r>
                <a:rPr lang="en-US" altLang="en-US" sz="1200" dirty="0"/>
                <a:t> Offering Letter</a:t>
              </a:r>
            </a:p>
            <a:p>
              <a:pPr marL="285750" indent="-285750">
                <a:buFontTx/>
                <a:buChar char="-"/>
              </a:pPr>
              <a:r>
                <a:rPr lang="en-US" altLang="en-US" sz="1200" dirty="0" err="1"/>
                <a:t>Membuat</a:t>
              </a:r>
              <a:r>
                <a:rPr lang="en-US" altLang="en-US" sz="1200" dirty="0"/>
                <a:t> Ordering Letter</a:t>
              </a:r>
            </a:p>
            <a:p>
              <a:pPr marL="285750" indent="-285750">
                <a:buFontTx/>
                <a:buChar char="-"/>
              </a:pPr>
              <a:r>
                <a:rPr lang="en-US" altLang="en-US" sz="1200" dirty="0" err="1"/>
                <a:t>Menyetujui</a:t>
              </a:r>
              <a:r>
                <a:rPr lang="en-US" altLang="en-US" sz="1200" dirty="0"/>
                <a:t> Sales Contract</a:t>
              </a:r>
            </a:p>
            <a:p>
              <a:pPr marL="285750" indent="-285750">
                <a:buFontTx/>
                <a:buChar char="-"/>
              </a:pPr>
              <a:r>
                <a:rPr lang="en-US" altLang="en-US" sz="1200" dirty="0" err="1"/>
                <a:t>Membuat</a:t>
              </a:r>
              <a:r>
                <a:rPr lang="en-US" altLang="en-US" sz="1200" dirty="0"/>
                <a:t> PPLC</a:t>
              </a:r>
            </a:p>
            <a:p>
              <a:endParaRPr lang="en-US" altLang="en-US" sz="1200" dirty="0"/>
            </a:p>
            <a:p>
              <a:pPr marL="285750" indent="-285750">
                <a:buFontTx/>
                <a:buChar char="-"/>
              </a:pPr>
              <a:endParaRPr lang="en-US" altLang="en-US" sz="1200" dirty="0"/>
            </a:p>
            <a:p>
              <a:pPr marL="285750" indent="-285750">
                <a:buFontTx/>
                <a:buChar char="-"/>
              </a:pPr>
              <a:endParaRPr lang="en-US" altLang="en-US" sz="1200" dirty="0"/>
            </a:p>
            <a:p>
              <a:pPr marL="285750" indent="-285750">
                <a:buFontTx/>
                <a:buChar char="-"/>
              </a:pPr>
              <a:endParaRPr lang="en-US" altLang="en-US" sz="1200" dirty="0"/>
            </a:p>
            <a:p>
              <a:pPr marL="285750" indent="-285750">
                <a:buFontTx/>
                <a:buChar char="-"/>
              </a:pPr>
              <a:endParaRPr lang="en-US" altLang="en-US" sz="1200" dirty="0"/>
            </a:p>
            <a:p>
              <a:pPr marL="285750" indent="-285750">
                <a:buFontTx/>
                <a:buChar char="-"/>
              </a:pPr>
              <a:endParaRPr lang="en-US" sz="1200" i="0" dirty="0">
                <a:solidFill>
                  <a:srgbClr val="002D5E"/>
                </a:solidFill>
                <a:effectLst/>
                <a:latin typeface="Open Sans" panose="020B0606030504020204" pitchFamily="34" charset="0"/>
              </a:endParaRPr>
            </a:p>
            <a:p>
              <a:pPr marL="285750" indent="-285750">
                <a:buFontTx/>
                <a:buChar char="-"/>
              </a:pPr>
              <a:endParaRPr lang="en-US" sz="1200" i="0" dirty="0">
                <a:solidFill>
                  <a:srgbClr val="002D5E"/>
                </a:solidFill>
                <a:effectLst/>
                <a:latin typeface="Open Sans" panose="020B0606030504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670724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62461A1-9971-4771-BC8D-EA1639BCB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D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A0D9CA18-3E4A-4BB6-AF20-BEAA793E7B17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81386" y="81386"/>
            <a:ext cx="8928566" cy="4332629"/>
            <a:chOff x="81386" y="81386"/>
            <a:chExt cx="8928566" cy="4332629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362C9905-BB7E-4581-99D3-8DA4ACDB40C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1386" y="81386"/>
              <a:ext cx="8928566" cy="4332629"/>
            </a:xfrm>
            <a:prstGeom prst="round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  <p:sp>
          <p:nvSpPr>
            <p:cNvPr id="8" name="Subtitle 2">
              <a:extLst>
                <a:ext uri="{FF2B5EF4-FFF2-40B4-BE49-F238E27FC236}">
                  <a16:creationId xmlns:a16="http://schemas.microsoft.com/office/drawing/2014/main" id="{CDBB12C3-E778-4ECF-AA69-132A7CC6F4E3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46725" y="218886"/>
              <a:ext cx="5172062" cy="5105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429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2400"/>
                <a:buFont typeface="Josefin Sans"/>
                <a:buNone/>
                <a:defRPr sz="2800" b="1" i="0" u="none" strike="noStrike" cap="none">
                  <a:solidFill>
                    <a:schemeClr val="accent1"/>
                  </a:solidFill>
                  <a:latin typeface="Josefin Sans"/>
                  <a:ea typeface="Josefin Sans"/>
                  <a:cs typeface="Josefin Sans"/>
                  <a:sym typeface="Josefin Sans"/>
                </a:defRPr>
              </a:lvl1pPr>
              <a:lvl2pPr marL="914400" marR="0" lvl="1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Josefin Sans SemiBold"/>
                <a:buNone/>
                <a:defRPr sz="1800" b="0" i="0" u="none" strike="noStrike" cap="none">
                  <a:solidFill>
                    <a:schemeClr val="accent1"/>
                  </a:solidFill>
                  <a:latin typeface="Josefin Sans SemiBold"/>
                  <a:ea typeface="Josefin Sans SemiBold"/>
                  <a:cs typeface="Josefin Sans SemiBold"/>
                  <a:sym typeface="Josefin Sans SemiBold"/>
                </a:defRPr>
              </a:lvl2pPr>
              <a:lvl3pPr marL="1371600" marR="0" lvl="2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Josefin Sans SemiBold"/>
                <a:buNone/>
                <a:defRPr sz="1800" b="0" i="0" u="none" strike="noStrike" cap="none">
                  <a:solidFill>
                    <a:schemeClr val="accent1"/>
                  </a:solidFill>
                  <a:latin typeface="Josefin Sans SemiBold"/>
                  <a:ea typeface="Josefin Sans SemiBold"/>
                  <a:cs typeface="Josefin Sans SemiBold"/>
                  <a:sym typeface="Josefin Sans SemiBold"/>
                </a:defRPr>
              </a:lvl3pPr>
              <a:lvl4pPr marL="1828800" marR="0" lvl="3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Josefin Sans SemiBold"/>
                <a:buNone/>
                <a:defRPr sz="1800" b="0" i="0" u="none" strike="noStrike" cap="none">
                  <a:solidFill>
                    <a:schemeClr val="accent1"/>
                  </a:solidFill>
                  <a:latin typeface="Josefin Sans SemiBold"/>
                  <a:ea typeface="Josefin Sans SemiBold"/>
                  <a:cs typeface="Josefin Sans SemiBold"/>
                  <a:sym typeface="Josefin Sans SemiBold"/>
                </a:defRPr>
              </a:lvl4pPr>
              <a:lvl5pPr marL="2286000" marR="0" lvl="4" indent="-31115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Josefin Sans SemiBold"/>
                <a:buNone/>
                <a:defRPr sz="1800" b="0" i="0" u="none" strike="noStrike" cap="none">
                  <a:solidFill>
                    <a:schemeClr val="accent1"/>
                  </a:solidFill>
                  <a:latin typeface="Josefin Sans SemiBold"/>
                  <a:ea typeface="Josefin Sans SemiBold"/>
                  <a:cs typeface="Josefin Sans SemiBold"/>
                  <a:sym typeface="Josefin Sans SemiBold"/>
                </a:defRPr>
              </a:lvl5pPr>
              <a:lvl6pPr marL="2743200" marR="0" lvl="5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Josefin Sans SemiBold"/>
                <a:buNone/>
                <a:defRPr sz="1800" b="0" i="0" u="none" strike="noStrike" cap="none">
                  <a:solidFill>
                    <a:schemeClr val="accent1"/>
                  </a:solidFill>
                  <a:latin typeface="Josefin Sans SemiBold"/>
                  <a:ea typeface="Josefin Sans SemiBold"/>
                  <a:cs typeface="Josefin Sans SemiBold"/>
                  <a:sym typeface="Josefin Sans SemiBold"/>
                </a:defRPr>
              </a:lvl6pPr>
              <a:lvl7pPr marL="3200400" marR="0" lvl="6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Josefin Sans SemiBold"/>
                <a:buNone/>
                <a:defRPr sz="1800" b="0" i="0" u="none" strike="noStrike" cap="none">
                  <a:solidFill>
                    <a:schemeClr val="accent1"/>
                  </a:solidFill>
                  <a:latin typeface="Josefin Sans SemiBold"/>
                  <a:ea typeface="Josefin Sans SemiBold"/>
                  <a:cs typeface="Josefin Sans SemiBold"/>
                  <a:sym typeface="Josefin Sans SemiBold"/>
                </a:defRPr>
              </a:lvl7pPr>
              <a:lvl8pPr marL="3657600" marR="0" lvl="7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Josefin Sans SemiBold"/>
                <a:buNone/>
                <a:defRPr sz="1800" b="0" i="0" u="none" strike="noStrike" cap="none">
                  <a:solidFill>
                    <a:schemeClr val="accent1"/>
                  </a:solidFill>
                  <a:latin typeface="Josefin Sans SemiBold"/>
                  <a:ea typeface="Josefin Sans SemiBold"/>
                  <a:cs typeface="Josefin Sans SemiBold"/>
                  <a:sym typeface="Josefin Sans SemiBold"/>
                </a:defRPr>
              </a:lvl8pPr>
              <a:lvl9pPr marL="4114800" marR="0" lvl="8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800"/>
                <a:buFont typeface="Josefin Sans SemiBold"/>
                <a:buNone/>
                <a:defRPr sz="1800" b="0" i="0" u="none" strike="noStrike" cap="none">
                  <a:solidFill>
                    <a:schemeClr val="accent1"/>
                  </a:solidFill>
                  <a:latin typeface="Josefin Sans SemiBold"/>
                  <a:ea typeface="Josefin Sans SemiBold"/>
                  <a:cs typeface="Josefin Sans SemiBold"/>
                  <a:sym typeface="Josefin Sans SemiBold"/>
                </a:defRPr>
              </a:lvl9pPr>
            </a:lstStyle>
            <a:p>
              <a:r>
                <a:rPr lang="en-US" dirty="0"/>
                <a:t>Simulation Platform (2)</a:t>
              </a:r>
              <a:endParaRPr lang="en-ID" dirty="0"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891E3DE8-2EDD-4F6A-8641-C81220E45F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2883" y="776112"/>
            <a:ext cx="4750130" cy="3564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9040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3B9B22F-B147-41E5-ACD3-3567F2492A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D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099CDA3-9B0D-4E20-9FE7-6AB7CCF170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5160" y="1073105"/>
            <a:ext cx="4709140" cy="3452815"/>
          </a:xfrm>
          <a:prstGeom prst="rect">
            <a:avLst/>
          </a:prstGeom>
        </p:spPr>
      </p:pic>
      <p:sp>
        <p:nvSpPr>
          <p:cNvPr id="9" name="Subtitle 2">
            <a:extLst>
              <a:ext uri="{FF2B5EF4-FFF2-40B4-BE49-F238E27FC236}">
                <a16:creationId xmlns:a16="http://schemas.microsoft.com/office/drawing/2014/main" id="{4B5767D4-C217-4823-A53E-C35C4A50A663}"/>
              </a:ext>
            </a:extLst>
          </p:cNvPr>
          <p:cNvSpPr txBox="1">
            <a:spLocks/>
          </p:cNvSpPr>
          <p:nvPr/>
        </p:nvSpPr>
        <p:spPr>
          <a:xfrm>
            <a:off x="544135" y="1032750"/>
            <a:ext cx="5172062" cy="2739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Josefin Sans"/>
              <a:buNone/>
              <a:defRPr sz="2800" b="1" i="0" u="none" strike="noStrike" cap="none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Josefin Sans SemiBold"/>
              <a:buNone/>
              <a:defRPr sz="1800" b="0" i="0" u="none" strike="noStrike" cap="none">
                <a:solidFill>
                  <a:schemeClr val="accent1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Josefin Sans SemiBold"/>
              <a:buNone/>
              <a:defRPr sz="1800" b="0" i="0" u="none" strike="noStrike" cap="none">
                <a:solidFill>
                  <a:schemeClr val="accent1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Josefin Sans SemiBold"/>
              <a:buNone/>
              <a:defRPr sz="1800" b="0" i="0" u="none" strike="noStrike" cap="none">
                <a:solidFill>
                  <a:schemeClr val="accent1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defRPr>
            </a:lvl4pPr>
            <a:lvl5pPr marL="2286000" marR="0" lvl="4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Josefin Sans SemiBold"/>
              <a:buNone/>
              <a:defRPr sz="1800" b="0" i="0" u="none" strike="noStrike" cap="none">
                <a:solidFill>
                  <a:schemeClr val="accent1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Josefin Sans SemiBold"/>
              <a:buNone/>
              <a:defRPr sz="1800" b="0" i="0" u="none" strike="noStrike" cap="none">
                <a:solidFill>
                  <a:schemeClr val="accent1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Josefin Sans SemiBold"/>
              <a:buNone/>
              <a:defRPr sz="1800" b="0" i="0" u="none" strike="noStrike" cap="none">
                <a:solidFill>
                  <a:schemeClr val="accent1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Josefin Sans SemiBold"/>
              <a:buNone/>
              <a:defRPr sz="1800" b="0" i="0" u="none" strike="noStrike" cap="none">
                <a:solidFill>
                  <a:schemeClr val="accent1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Josefin Sans SemiBold"/>
              <a:buNone/>
              <a:defRPr sz="1800" b="0" i="0" u="none" strike="noStrike" cap="none">
                <a:solidFill>
                  <a:schemeClr val="accent1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defRPr>
            </a:lvl9pPr>
          </a:lstStyle>
          <a:p>
            <a:r>
              <a:rPr lang="en-US" dirty="0"/>
              <a:t>User Dashboard</a:t>
            </a:r>
            <a:endParaRPr lang="en-ID" dirty="0"/>
          </a:p>
        </p:txBody>
      </p:sp>
      <p:sp>
        <p:nvSpPr>
          <p:cNvPr id="10" name="Subtitle 5">
            <a:extLst>
              <a:ext uri="{FF2B5EF4-FFF2-40B4-BE49-F238E27FC236}">
                <a16:creationId xmlns:a16="http://schemas.microsoft.com/office/drawing/2014/main" id="{5C286A55-8EBE-4B6F-B3BD-862646408109}"/>
              </a:ext>
            </a:extLst>
          </p:cNvPr>
          <p:cNvSpPr txBox="1">
            <a:spLocks/>
          </p:cNvSpPr>
          <p:nvPr/>
        </p:nvSpPr>
        <p:spPr>
          <a:xfrm>
            <a:off x="544134" y="812100"/>
            <a:ext cx="3601783" cy="308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efin Sans"/>
              <a:buNone/>
              <a:defRPr sz="1400" b="0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efin Sans"/>
              <a:buNone/>
              <a:defRPr sz="1400" b="0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efin Sans"/>
              <a:buNone/>
              <a:defRPr sz="1400" b="0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efin Sans"/>
              <a:buNone/>
              <a:defRPr sz="1400" b="0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marL="2286000" marR="0" lvl="4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efin Sans"/>
              <a:buNone/>
              <a:defRPr sz="1300" b="0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efin Sans"/>
              <a:buNone/>
              <a:defRPr sz="1200" b="0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efin Sans"/>
              <a:buNone/>
              <a:defRPr sz="1200" b="0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efin Sans"/>
              <a:buNone/>
              <a:defRPr sz="1200" b="0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efin Sans"/>
              <a:buNone/>
              <a:defRPr sz="1200" b="0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rPr lang="en-US" dirty="0"/>
              <a:t>Initial Mockup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41768398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3B9B22F-B147-41E5-ACD3-3567F2492A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4B5767D4-C217-4823-A53E-C35C4A50A663}"/>
              </a:ext>
            </a:extLst>
          </p:cNvPr>
          <p:cNvSpPr txBox="1">
            <a:spLocks/>
          </p:cNvSpPr>
          <p:nvPr/>
        </p:nvSpPr>
        <p:spPr>
          <a:xfrm>
            <a:off x="544135" y="1032750"/>
            <a:ext cx="5172062" cy="2739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Josefin Sans"/>
              <a:buNone/>
              <a:defRPr sz="2800" b="1" i="0" u="none" strike="noStrike" cap="none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Josefin Sans SemiBold"/>
              <a:buNone/>
              <a:defRPr sz="1800" b="0" i="0" u="none" strike="noStrike" cap="none">
                <a:solidFill>
                  <a:schemeClr val="accent1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Josefin Sans SemiBold"/>
              <a:buNone/>
              <a:defRPr sz="1800" b="0" i="0" u="none" strike="noStrike" cap="none">
                <a:solidFill>
                  <a:schemeClr val="accent1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Josefin Sans SemiBold"/>
              <a:buNone/>
              <a:defRPr sz="1800" b="0" i="0" u="none" strike="noStrike" cap="none">
                <a:solidFill>
                  <a:schemeClr val="accent1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defRPr>
            </a:lvl4pPr>
            <a:lvl5pPr marL="2286000" marR="0" lvl="4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Josefin Sans SemiBold"/>
              <a:buNone/>
              <a:defRPr sz="1800" b="0" i="0" u="none" strike="noStrike" cap="none">
                <a:solidFill>
                  <a:schemeClr val="accent1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Josefin Sans SemiBold"/>
              <a:buNone/>
              <a:defRPr sz="1800" b="0" i="0" u="none" strike="noStrike" cap="none">
                <a:solidFill>
                  <a:schemeClr val="accent1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Josefin Sans SemiBold"/>
              <a:buNone/>
              <a:defRPr sz="1800" b="0" i="0" u="none" strike="noStrike" cap="none">
                <a:solidFill>
                  <a:schemeClr val="accent1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Josefin Sans SemiBold"/>
              <a:buNone/>
              <a:defRPr sz="1800" b="0" i="0" u="none" strike="noStrike" cap="none">
                <a:solidFill>
                  <a:schemeClr val="accent1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Josefin Sans SemiBold"/>
              <a:buNone/>
              <a:defRPr sz="1800" b="0" i="0" u="none" strike="noStrike" cap="none">
                <a:solidFill>
                  <a:schemeClr val="accent1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defRPr>
            </a:lvl9pPr>
          </a:lstStyle>
          <a:p>
            <a:r>
              <a:rPr lang="en-US" dirty="0"/>
              <a:t>Virtual </a:t>
            </a:r>
            <a:r>
              <a:rPr lang="en-US" dirty="0" err="1"/>
              <a:t>Kemendag</a:t>
            </a:r>
            <a:endParaRPr lang="en-ID" dirty="0"/>
          </a:p>
        </p:txBody>
      </p:sp>
      <p:sp>
        <p:nvSpPr>
          <p:cNvPr id="10" name="Subtitle 5">
            <a:extLst>
              <a:ext uri="{FF2B5EF4-FFF2-40B4-BE49-F238E27FC236}">
                <a16:creationId xmlns:a16="http://schemas.microsoft.com/office/drawing/2014/main" id="{5C286A55-8EBE-4B6F-B3BD-862646408109}"/>
              </a:ext>
            </a:extLst>
          </p:cNvPr>
          <p:cNvSpPr txBox="1">
            <a:spLocks/>
          </p:cNvSpPr>
          <p:nvPr/>
        </p:nvSpPr>
        <p:spPr>
          <a:xfrm>
            <a:off x="544134" y="812100"/>
            <a:ext cx="3601783" cy="308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efin Sans"/>
              <a:buNone/>
              <a:defRPr sz="1400" b="0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efin Sans"/>
              <a:buNone/>
              <a:defRPr sz="1400" b="0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efin Sans"/>
              <a:buNone/>
              <a:defRPr sz="1400" b="0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efin Sans"/>
              <a:buNone/>
              <a:defRPr sz="1400" b="0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marL="2286000" marR="0" lvl="4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efin Sans"/>
              <a:buNone/>
              <a:defRPr sz="1300" b="0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efin Sans"/>
              <a:buNone/>
              <a:defRPr sz="1200" b="0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efin Sans"/>
              <a:buNone/>
              <a:defRPr sz="1200" b="0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efin Sans"/>
              <a:buNone/>
              <a:defRPr sz="1200" b="0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Josefin Sans"/>
              <a:buNone/>
              <a:defRPr sz="1200" b="0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rPr lang="en-US" dirty="0"/>
              <a:t>Initial Mockup</a:t>
            </a:r>
            <a:endParaRPr lang="en-ID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0835C6C-E84A-497B-9A42-30D47CC308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6880" y="1251337"/>
            <a:ext cx="4669861" cy="2977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2271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3B9B22F-B147-41E5-ACD3-3567F2492A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4B5767D4-C217-4823-A53E-C35C4A50A663}"/>
              </a:ext>
            </a:extLst>
          </p:cNvPr>
          <p:cNvSpPr txBox="1">
            <a:spLocks/>
          </p:cNvSpPr>
          <p:nvPr/>
        </p:nvSpPr>
        <p:spPr>
          <a:xfrm>
            <a:off x="544135" y="1032750"/>
            <a:ext cx="5172062" cy="5183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Josefin Sans"/>
              <a:buNone/>
              <a:defRPr sz="2800" b="1" i="0" u="none" strike="noStrike" cap="none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Josefin Sans SemiBold"/>
              <a:buNone/>
              <a:defRPr sz="1800" b="0" i="0" u="none" strike="noStrike" cap="none">
                <a:solidFill>
                  <a:schemeClr val="accent1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Josefin Sans SemiBold"/>
              <a:buNone/>
              <a:defRPr sz="1800" b="0" i="0" u="none" strike="noStrike" cap="none">
                <a:solidFill>
                  <a:schemeClr val="accent1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Josefin Sans SemiBold"/>
              <a:buNone/>
              <a:defRPr sz="1800" b="0" i="0" u="none" strike="noStrike" cap="none">
                <a:solidFill>
                  <a:schemeClr val="accent1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defRPr>
            </a:lvl4pPr>
            <a:lvl5pPr marL="2286000" marR="0" lvl="4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Josefin Sans SemiBold"/>
              <a:buNone/>
              <a:defRPr sz="1800" b="0" i="0" u="none" strike="noStrike" cap="none">
                <a:solidFill>
                  <a:schemeClr val="accent1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Josefin Sans SemiBold"/>
              <a:buNone/>
              <a:defRPr sz="1800" b="0" i="0" u="none" strike="noStrike" cap="none">
                <a:solidFill>
                  <a:schemeClr val="accent1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Josefin Sans SemiBold"/>
              <a:buNone/>
              <a:defRPr sz="1800" b="0" i="0" u="none" strike="noStrike" cap="none">
                <a:solidFill>
                  <a:schemeClr val="accent1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Josefin Sans SemiBold"/>
              <a:buNone/>
              <a:defRPr sz="1800" b="0" i="0" u="none" strike="noStrike" cap="none">
                <a:solidFill>
                  <a:schemeClr val="accent1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Josefin Sans SemiBold"/>
              <a:buNone/>
              <a:defRPr sz="1800" b="0" i="0" u="none" strike="noStrike" cap="none">
                <a:solidFill>
                  <a:schemeClr val="accent1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defRPr>
            </a:lvl9pPr>
          </a:lstStyle>
          <a:p>
            <a:r>
              <a:rPr lang="en-US" dirty="0"/>
              <a:t>Technology in Use</a:t>
            </a:r>
            <a:endParaRPr lang="en-ID" dirty="0"/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9F1DF025-EAD7-408C-AE8B-A8EE26CCD0E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81514517"/>
              </p:ext>
            </p:extLst>
          </p:nvPr>
        </p:nvGraphicFramePr>
        <p:xfrm>
          <a:off x="1524000" y="539750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168234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ubtitle 15">
            <a:extLst>
              <a:ext uri="{FF2B5EF4-FFF2-40B4-BE49-F238E27FC236}">
                <a16:creationId xmlns:a16="http://schemas.microsoft.com/office/drawing/2014/main" id="{D578A4F1-B192-4D74-B5A2-E2CDC1C0B6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69475" y="2827409"/>
            <a:ext cx="3408468" cy="474600"/>
          </a:xfrm>
        </p:spPr>
        <p:txBody>
          <a:bodyPr/>
          <a:lstStyle/>
          <a:p>
            <a:r>
              <a:rPr lang="en-US" dirty="0"/>
              <a:t>Our Timeline</a:t>
            </a:r>
          </a:p>
        </p:txBody>
      </p:sp>
      <p:sp>
        <p:nvSpPr>
          <p:cNvPr id="17" name="Subtitle 16">
            <a:extLst>
              <a:ext uri="{FF2B5EF4-FFF2-40B4-BE49-F238E27FC236}">
                <a16:creationId xmlns:a16="http://schemas.microsoft.com/office/drawing/2014/main" id="{5D19078F-85A1-4CCB-9E18-CAB2EF7C9A3D}"/>
              </a:ext>
            </a:extLst>
          </p:cNvPr>
          <p:cNvSpPr>
            <a:spLocks noGrp="1"/>
          </p:cNvSpPr>
          <p:nvPr>
            <p:ph type="subTitle" idx="2"/>
          </p:nvPr>
        </p:nvSpPr>
        <p:spPr>
          <a:xfrm>
            <a:off x="5169475" y="2205209"/>
            <a:ext cx="2662200" cy="393600"/>
          </a:xfrm>
        </p:spPr>
        <p:txBody>
          <a:bodyPr/>
          <a:lstStyle/>
          <a:p>
            <a:r>
              <a:rPr lang="en-US" dirty="0"/>
              <a:t>04</a:t>
            </a:r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3722A452-9351-4CD8-8439-A6DB8D0450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Our Timeline</a:t>
            </a:r>
          </a:p>
        </p:txBody>
      </p:sp>
      <p:sp>
        <p:nvSpPr>
          <p:cNvPr id="18" name="Title 17">
            <a:extLst>
              <a:ext uri="{FF2B5EF4-FFF2-40B4-BE49-F238E27FC236}">
                <a16:creationId xmlns:a16="http://schemas.microsoft.com/office/drawing/2014/main" id="{51AA99F8-1B1F-46FB-B452-211E7B7CD827}"/>
              </a:ext>
            </a:extLst>
          </p:cNvPr>
          <p:cNvSpPr>
            <a:spLocks noGrp="1"/>
          </p:cNvSpPr>
          <p:nvPr>
            <p:ph type="title" idx="3"/>
          </p:nvPr>
        </p:nvSpPr>
        <p:spPr/>
        <p:txBody>
          <a:bodyPr/>
          <a:lstStyle/>
          <a:p>
            <a:r>
              <a:rPr lang="en-US" dirty="0"/>
              <a:t>04</a:t>
            </a:r>
          </a:p>
        </p:txBody>
      </p:sp>
      <p:pic>
        <p:nvPicPr>
          <p:cNvPr id="8194" name="Picture 2" descr="PELATIHAN LEADERSHIP SKILL: SUCCESS THROUGH TEAMWORK">
            <a:extLst>
              <a:ext uri="{FF2B5EF4-FFF2-40B4-BE49-F238E27FC236}">
                <a16:creationId xmlns:a16="http://schemas.microsoft.com/office/drawing/2014/main" id="{5FEDE802-C24B-4F73-99BA-4CF074EC31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11675"/>
            <a:ext cx="5142204" cy="34833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273659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42"/>
          <p:cNvSpPr txBox="1">
            <a:spLocks noGrp="1"/>
          </p:cNvSpPr>
          <p:nvPr>
            <p:ph type="title" idx="8"/>
          </p:nvPr>
        </p:nvSpPr>
        <p:spPr>
          <a:xfrm>
            <a:off x="819669" y="25116"/>
            <a:ext cx="7504662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Our Proposed Timeline</a:t>
            </a:r>
            <a:endParaRPr dirty="0"/>
          </a:p>
        </p:txBody>
      </p:sp>
      <p:sp>
        <p:nvSpPr>
          <p:cNvPr id="371" name="Google Shape;371;p42"/>
          <p:cNvSpPr txBox="1">
            <a:spLocks noGrp="1"/>
          </p:cNvSpPr>
          <p:nvPr>
            <p:ph type="title"/>
          </p:nvPr>
        </p:nvSpPr>
        <p:spPr>
          <a:xfrm>
            <a:off x="146725" y="4789139"/>
            <a:ext cx="3027300" cy="2292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/>
          <a:p>
            <a:pPr lvl="0"/>
            <a:r>
              <a:rPr lang="en-US" dirty="0"/>
              <a:t>Our Timeline</a:t>
            </a:r>
            <a:endParaRPr dirty="0"/>
          </a:p>
        </p:txBody>
      </p:sp>
      <p:sp>
        <p:nvSpPr>
          <p:cNvPr id="372" name="Google Shape;372;p42"/>
          <p:cNvSpPr txBox="1">
            <a:spLocks noGrp="1"/>
          </p:cNvSpPr>
          <p:nvPr>
            <p:ph type="title" idx="7"/>
          </p:nvPr>
        </p:nvSpPr>
        <p:spPr>
          <a:xfrm>
            <a:off x="146725" y="4719850"/>
            <a:ext cx="1689000" cy="1605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  <p:cxnSp>
        <p:nvCxnSpPr>
          <p:cNvPr id="375" name="Google Shape;375;p42">
            <a:hlinkClick r:id="" action="ppaction://hlinkshowjump?jump=nextslide"/>
          </p:cNvPr>
          <p:cNvCxnSpPr/>
          <p:nvPr/>
        </p:nvCxnSpPr>
        <p:spPr>
          <a:xfrm>
            <a:off x="8643950" y="303450"/>
            <a:ext cx="2622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76" name="Google Shape;376;p42">
            <a:hlinkClick r:id="" action="ppaction://hlinkshowjump?jump=previousslide"/>
          </p:cNvPr>
          <p:cNvCxnSpPr/>
          <p:nvPr/>
        </p:nvCxnSpPr>
        <p:spPr>
          <a:xfrm rot="10800000">
            <a:off x="232775" y="303450"/>
            <a:ext cx="2622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E5C131C3-AF1F-4CDD-A5F0-98F382190126}"/>
              </a:ext>
            </a:extLst>
          </p:cNvPr>
          <p:cNvSpPr txBox="1"/>
          <p:nvPr/>
        </p:nvSpPr>
        <p:spPr>
          <a:xfrm>
            <a:off x="363874" y="709753"/>
            <a:ext cx="82800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 need total 12 weeks to do the assessment, recommendation and provide 1 project assistance in the beginning of the project (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Contoh</a:t>
            </a:r>
            <a:r>
              <a:rPr lang="en-US" dirty="0"/>
              <a:t>)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98A600A-B3C1-4E6F-8A76-9A09FC0D8D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6614243"/>
              </p:ext>
            </p:extLst>
          </p:nvPr>
        </p:nvGraphicFramePr>
        <p:xfrm>
          <a:off x="2679050" y="1339854"/>
          <a:ext cx="6096000" cy="31025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8000">
                  <a:extLst>
                    <a:ext uri="{9D8B030D-6E8A-4147-A177-3AD203B41FA5}">
                      <a16:colId xmlns:a16="http://schemas.microsoft.com/office/drawing/2014/main" val="695563675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76005044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3265433701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458861649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3329489423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519386107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3211487897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4082513876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3672743703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321454950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308721879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622160739"/>
                    </a:ext>
                  </a:extLst>
                </a:gridCol>
              </a:tblGrid>
              <a:tr h="359301"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W#1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W#2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W#3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W#4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W#5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W#6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W#7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W#8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W#9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W#10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W#11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W#12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76685892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1425274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7772478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7699016"/>
                  </a:ext>
                </a:extLst>
              </a:tr>
            </a:tbl>
          </a:graphicData>
        </a:graphic>
      </p:graphicFrame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0837418-B947-433E-A0FE-2CCEFC1029B9}"/>
              </a:ext>
            </a:extLst>
          </p:cNvPr>
          <p:cNvCxnSpPr/>
          <p:nvPr/>
        </p:nvCxnSpPr>
        <p:spPr>
          <a:xfrm>
            <a:off x="274922" y="1706880"/>
            <a:ext cx="2412834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E1E1717-6183-43DE-A55B-05D010D1D96F}"/>
              </a:ext>
            </a:extLst>
          </p:cNvPr>
          <p:cNvCxnSpPr/>
          <p:nvPr/>
        </p:nvCxnSpPr>
        <p:spPr>
          <a:xfrm>
            <a:off x="233744" y="2613660"/>
            <a:ext cx="2461332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C25C190-53D8-4F7C-8CAC-C393A35299D4}"/>
              </a:ext>
            </a:extLst>
          </p:cNvPr>
          <p:cNvCxnSpPr/>
          <p:nvPr/>
        </p:nvCxnSpPr>
        <p:spPr>
          <a:xfrm>
            <a:off x="216805" y="3528060"/>
            <a:ext cx="2461332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CD84F9D-F551-46D3-967B-7D32E191637C}"/>
              </a:ext>
            </a:extLst>
          </p:cNvPr>
          <p:cNvCxnSpPr/>
          <p:nvPr/>
        </p:nvCxnSpPr>
        <p:spPr>
          <a:xfrm>
            <a:off x="274922" y="4419495"/>
            <a:ext cx="2412834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1DD69C1F-05E0-4794-B3FB-77FAFF58AAB7}"/>
              </a:ext>
            </a:extLst>
          </p:cNvPr>
          <p:cNvSpPr txBox="1"/>
          <p:nvPr/>
        </p:nvSpPr>
        <p:spPr>
          <a:xfrm>
            <a:off x="991225" y="1338025"/>
            <a:ext cx="97975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Activities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34FB4D0-2840-413D-A415-10CC90B50591}"/>
              </a:ext>
            </a:extLst>
          </p:cNvPr>
          <p:cNvSpPr txBox="1"/>
          <p:nvPr/>
        </p:nvSpPr>
        <p:spPr>
          <a:xfrm>
            <a:off x="253588" y="1702415"/>
            <a:ext cx="123944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Assessment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52AA3D2-9F20-4644-A8F8-50648A364761}"/>
              </a:ext>
            </a:extLst>
          </p:cNvPr>
          <p:cNvSpPr txBox="1"/>
          <p:nvPr/>
        </p:nvSpPr>
        <p:spPr>
          <a:xfrm>
            <a:off x="233430" y="2616814"/>
            <a:ext cx="16866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Recommendation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4F0606E-825D-465C-B3C4-329CD075181F}"/>
              </a:ext>
            </a:extLst>
          </p:cNvPr>
          <p:cNvSpPr txBox="1"/>
          <p:nvPr/>
        </p:nvSpPr>
        <p:spPr>
          <a:xfrm>
            <a:off x="233430" y="3514443"/>
            <a:ext cx="11288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Assistance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51CEE7B-46E7-469F-8A70-D2A30AC29E68}"/>
              </a:ext>
            </a:extLst>
          </p:cNvPr>
          <p:cNvSpPr txBox="1"/>
          <p:nvPr/>
        </p:nvSpPr>
        <p:spPr>
          <a:xfrm>
            <a:off x="427324" y="1940687"/>
            <a:ext cx="187743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Setup &amp; Team Deployment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96221F6-F06F-4A36-A9E9-C0C73C7F22AF}"/>
              </a:ext>
            </a:extLst>
          </p:cNvPr>
          <p:cNvSpPr txBox="1"/>
          <p:nvPr/>
        </p:nvSpPr>
        <p:spPr>
          <a:xfrm>
            <a:off x="427324" y="2152083"/>
            <a:ext cx="209223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Gather Information &amp; Interview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DA4F1F0-2036-4151-9CDB-F6CA30ED0D1B}"/>
              </a:ext>
            </a:extLst>
          </p:cNvPr>
          <p:cNvSpPr txBox="1"/>
          <p:nvPr/>
        </p:nvSpPr>
        <p:spPr>
          <a:xfrm>
            <a:off x="427324" y="2348588"/>
            <a:ext cx="14782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Report Development</a:t>
            </a:r>
          </a:p>
        </p:txBody>
      </p:sp>
      <p:sp>
        <p:nvSpPr>
          <p:cNvPr id="9" name="Arrow: Pentagon 8">
            <a:extLst>
              <a:ext uri="{FF2B5EF4-FFF2-40B4-BE49-F238E27FC236}">
                <a16:creationId xmlns:a16="http://schemas.microsoft.com/office/drawing/2014/main" id="{EAAF2D42-B359-4C47-AB17-58757FBC91F5}"/>
              </a:ext>
            </a:extLst>
          </p:cNvPr>
          <p:cNvSpPr/>
          <p:nvPr/>
        </p:nvSpPr>
        <p:spPr>
          <a:xfrm>
            <a:off x="2698889" y="1975440"/>
            <a:ext cx="475136" cy="135935"/>
          </a:xfrm>
          <a:prstGeom prst="homePlat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Arrow: Pentagon 25">
            <a:extLst>
              <a:ext uri="{FF2B5EF4-FFF2-40B4-BE49-F238E27FC236}">
                <a16:creationId xmlns:a16="http://schemas.microsoft.com/office/drawing/2014/main" id="{3CBC3C21-ACE0-4FF8-80B4-290C0470C19E}"/>
              </a:ext>
            </a:extLst>
          </p:cNvPr>
          <p:cNvSpPr/>
          <p:nvPr/>
        </p:nvSpPr>
        <p:spPr>
          <a:xfrm>
            <a:off x="2936457" y="2194560"/>
            <a:ext cx="1064043" cy="135935"/>
          </a:xfrm>
          <a:prstGeom prst="homePlat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Arrow: Pentagon 26">
            <a:extLst>
              <a:ext uri="{FF2B5EF4-FFF2-40B4-BE49-F238E27FC236}">
                <a16:creationId xmlns:a16="http://schemas.microsoft.com/office/drawing/2014/main" id="{8B870A69-B6F0-42F0-BDB4-92C65ADA2739}"/>
              </a:ext>
            </a:extLst>
          </p:cNvPr>
          <p:cNvSpPr/>
          <p:nvPr/>
        </p:nvSpPr>
        <p:spPr>
          <a:xfrm>
            <a:off x="3699240" y="2414927"/>
            <a:ext cx="991294" cy="135935"/>
          </a:xfrm>
          <a:prstGeom prst="homePlat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5DF6317-EF84-42BF-B007-776B1F3B99B3}"/>
              </a:ext>
            </a:extLst>
          </p:cNvPr>
          <p:cNvSpPr txBox="1"/>
          <p:nvPr/>
        </p:nvSpPr>
        <p:spPr>
          <a:xfrm>
            <a:off x="427324" y="2807403"/>
            <a:ext cx="227177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PMO Capabilities recommendation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26C835B-FAE9-4C5A-9379-6C7533DD4F81}"/>
              </a:ext>
            </a:extLst>
          </p:cNvPr>
          <p:cNvSpPr txBox="1"/>
          <p:nvPr/>
        </p:nvSpPr>
        <p:spPr>
          <a:xfrm>
            <a:off x="427324" y="3010968"/>
            <a:ext cx="240642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Project Management Standardization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7FA9E5D-FCB2-41A0-80C9-777BD23ADB5D}"/>
              </a:ext>
            </a:extLst>
          </p:cNvPr>
          <p:cNvSpPr txBox="1"/>
          <p:nvPr/>
        </p:nvSpPr>
        <p:spPr>
          <a:xfrm>
            <a:off x="427324" y="3249790"/>
            <a:ext cx="162736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Report Standardization</a:t>
            </a:r>
          </a:p>
        </p:txBody>
      </p:sp>
      <p:sp>
        <p:nvSpPr>
          <p:cNvPr id="31" name="Arrow: Pentagon 30">
            <a:extLst>
              <a:ext uri="{FF2B5EF4-FFF2-40B4-BE49-F238E27FC236}">
                <a16:creationId xmlns:a16="http://schemas.microsoft.com/office/drawing/2014/main" id="{70D7D6F1-CD55-4613-9864-64FE7792C1FB}"/>
              </a:ext>
            </a:extLst>
          </p:cNvPr>
          <p:cNvSpPr/>
          <p:nvPr/>
        </p:nvSpPr>
        <p:spPr>
          <a:xfrm>
            <a:off x="4724401" y="2856623"/>
            <a:ext cx="991294" cy="135935"/>
          </a:xfrm>
          <a:prstGeom prst="homePlat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Arrow: Pentagon 31">
            <a:extLst>
              <a:ext uri="{FF2B5EF4-FFF2-40B4-BE49-F238E27FC236}">
                <a16:creationId xmlns:a16="http://schemas.microsoft.com/office/drawing/2014/main" id="{7CE3BA9B-FC08-4525-B32A-6EDD20877F87}"/>
              </a:ext>
            </a:extLst>
          </p:cNvPr>
          <p:cNvSpPr/>
          <p:nvPr/>
        </p:nvSpPr>
        <p:spPr>
          <a:xfrm>
            <a:off x="5237880" y="3069958"/>
            <a:ext cx="991294" cy="135935"/>
          </a:xfrm>
          <a:prstGeom prst="homePlat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Arrow: Pentagon 32">
            <a:extLst>
              <a:ext uri="{FF2B5EF4-FFF2-40B4-BE49-F238E27FC236}">
                <a16:creationId xmlns:a16="http://schemas.microsoft.com/office/drawing/2014/main" id="{BC24BE67-E02F-4BAE-858D-C87EDEC66794}"/>
              </a:ext>
            </a:extLst>
          </p:cNvPr>
          <p:cNvSpPr/>
          <p:nvPr/>
        </p:nvSpPr>
        <p:spPr>
          <a:xfrm>
            <a:off x="6222697" y="3312627"/>
            <a:ext cx="475136" cy="135935"/>
          </a:xfrm>
          <a:prstGeom prst="homePlat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82F9C00-8346-47B2-B06A-BDE238DCD697}"/>
              </a:ext>
            </a:extLst>
          </p:cNvPr>
          <p:cNvSpPr txBox="1"/>
          <p:nvPr/>
        </p:nvSpPr>
        <p:spPr>
          <a:xfrm>
            <a:off x="409771" y="3910561"/>
            <a:ext cx="228530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1 Pilot Project Assistance</a:t>
            </a:r>
          </a:p>
        </p:txBody>
      </p:sp>
      <p:sp>
        <p:nvSpPr>
          <p:cNvPr id="35" name="Arrow: Pentagon 34">
            <a:extLst>
              <a:ext uri="{FF2B5EF4-FFF2-40B4-BE49-F238E27FC236}">
                <a16:creationId xmlns:a16="http://schemas.microsoft.com/office/drawing/2014/main" id="{05BB8B63-CCF4-422D-AE07-58FD511FD53F}"/>
              </a:ext>
            </a:extLst>
          </p:cNvPr>
          <p:cNvSpPr/>
          <p:nvPr/>
        </p:nvSpPr>
        <p:spPr>
          <a:xfrm>
            <a:off x="6764593" y="3863612"/>
            <a:ext cx="1951069" cy="240818"/>
          </a:xfrm>
          <a:prstGeom prst="homePlat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Star: 5 Points 11">
            <a:extLst>
              <a:ext uri="{FF2B5EF4-FFF2-40B4-BE49-F238E27FC236}">
                <a16:creationId xmlns:a16="http://schemas.microsoft.com/office/drawing/2014/main" id="{477AD6CB-0905-4905-BF8A-310358120BCD}"/>
              </a:ext>
            </a:extLst>
          </p:cNvPr>
          <p:cNvSpPr/>
          <p:nvPr/>
        </p:nvSpPr>
        <p:spPr>
          <a:xfrm>
            <a:off x="6637886" y="3420030"/>
            <a:ext cx="219434" cy="253873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Star: 5 Points 36">
            <a:extLst>
              <a:ext uri="{FF2B5EF4-FFF2-40B4-BE49-F238E27FC236}">
                <a16:creationId xmlns:a16="http://schemas.microsoft.com/office/drawing/2014/main" id="{DBB80BA5-9855-4E1F-AE02-75E820133FD4}"/>
              </a:ext>
            </a:extLst>
          </p:cNvPr>
          <p:cNvSpPr/>
          <p:nvPr/>
        </p:nvSpPr>
        <p:spPr>
          <a:xfrm>
            <a:off x="1760458" y="4551666"/>
            <a:ext cx="149876" cy="190739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45A056B-4C22-4589-B027-B5BE35819E1F}"/>
              </a:ext>
            </a:extLst>
          </p:cNvPr>
          <p:cNvSpPr txBox="1"/>
          <p:nvPr/>
        </p:nvSpPr>
        <p:spPr>
          <a:xfrm>
            <a:off x="1890337" y="4538490"/>
            <a:ext cx="261802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Deliverables Review with Management</a:t>
            </a:r>
          </a:p>
        </p:txBody>
      </p:sp>
    </p:spTree>
    <p:extLst>
      <p:ext uri="{BB962C8B-B14F-4D97-AF65-F5344CB8AC3E}">
        <p14:creationId xmlns:p14="http://schemas.microsoft.com/office/powerpoint/2010/main" val="35279075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ubtitle 15">
            <a:extLst>
              <a:ext uri="{FF2B5EF4-FFF2-40B4-BE49-F238E27FC236}">
                <a16:creationId xmlns:a16="http://schemas.microsoft.com/office/drawing/2014/main" id="{D578A4F1-B192-4D74-B5A2-E2CDC1C0B6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69475" y="2827409"/>
            <a:ext cx="3408468" cy="474600"/>
          </a:xfrm>
        </p:spPr>
        <p:txBody>
          <a:bodyPr/>
          <a:lstStyle/>
          <a:p>
            <a:r>
              <a:rPr lang="en-US" dirty="0"/>
              <a:t>Commercial</a:t>
            </a:r>
          </a:p>
        </p:txBody>
      </p:sp>
      <p:sp>
        <p:nvSpPr>
          <p:cNvPr id="17" name="Subtitle 16">
            <a:extLst>
              <a:ext uri="{FF2B5EF4-FFF2-40B4-BE49-F238E27FC236}">
                <a16:creationId xmlns:a16="http://schemas.microsoft.com/office/drawing/2014/main" id="{5D19078F-85A1-4CCB-9E18-CAB2EF7C9A3D}"/>
              </a:ext>
            </a:extLst>
          </p:cNvPr>
          <p:cNvSpPr>
            <a:spLocks noGrp="1"/>
          </p:cNvSpPr>
          <p:nvPr>
            <p:ph type="subTitle" idx="2"/>
          </p:nvPr>
        </p:nvSpPr>
        <p:spPr>
          <a:xfrm>
            <a:off x="5169475" y="2205209"/>
            <a:ext cx="2662200" cy="393600"/>
          </a:xfrm>
        </p:spPr>
        <p:txBody>
          <a:bodyPr/>
          <a:lstStyle/>
          <a:p>
            <a:r>
              <a:rPr lang="en-US" dirty="0"/>
              <a:t>05</a:t>
            </a:r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3722A452-9351-4CD8-8439-A6DB8D0450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Commercial</a:t>
            </a:r>
          </a:p>
        </p:txBody>
      </p:sp>
      <p:sp>
        <p:nvSpPr>
          <p:cNvPr id="18" name="Title 17">
            <a:extLst>
              <a:ext uri="{FF2B5EF4-FFF2-40B4-BE49-F238E27FC236}">
                <a16:creationId xmlns:a16="http://schemas.microsoft.com/office/drawing/2014/main" id="{51AA99F8-1B1F-46FB-B452-211E7B7CD827}"/>
              </a:ext>
            </a:extLst>
          </p:cNvPr>
          <p:cNvSpPr>
            <a:spLocks noGrp="1"/>
          </p:cNvSpPr>
          <p:nvPr>
            <p:ph type="title" idx="3"/>
          </p:nvPr>
        </p:nvSpPr>
        <p:spPr/>
        <p:txBody>
          <a:bodyPr/>
          <a:lstStyle/>
          <a:p>
            <a:r>
              <a:rPr lang="en-US" dirty="0"/>
              <a:t>05</a:t>
            </a:r>
          </a:p>
        </p:txBody>
      </p:sp>
      <p:pic>
        <p:nvPicPr>
          <p:cNvPr id="8194" name="Picture 2" descr="PELATIHAN LEADERSHIP SKILL: SUCCESS THROUGH TEAMWORK">
            <a:extLst>
              <a:ext uri="{FF2B5EF4-FFF2-40B4-BE49-F238E27FC236}">
                <a16:creationId xmlns:a16="http://schemas.microsoft.com/office/drawing/2014/main" id="{5FEDE802-C24B-4F73-99BA-4CF074EC31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11675"/>
            <a:ext cx="5142204" cy="34833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5826136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42"/>
          <p:cNvSpPr txBox="1">
            <a:spLocks noGrp="1"/>
          </p:cNvSpPr>
          <p:nvPr>
            <p:ph type="title" idx="8"/>
          </p:nvPr>
        </p:nvSpPr>
        <p:spPr>
          <a:xfrm>
            <a:off x="819669" y="25116"/>
            <a:ext cx="7504662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Our Professional Fee</a:t>
            </a:r>
            <a:endParaRPr dirty="0"/>
          </a:p>
        </p:txBody>
      </p:sp>
      <p:sp>
        <p:nvSpPr>
          <p:cNvPr id="371" name="Google Shape;371;p42"/>
          <p:cNvSpPr txBox="1">
            <a:spLocks noGrp="1"/>
          </p:cNvSpPr>
          <p:nvPr>
            <p:ph type="title"/>
          </p:nvPr>
        </p:nvSpPr>
        <p:spPr>
          <a:xfrm>
            <a:off x="146725" y="4789139"/>
            <a:ext cx="3027300" cy="2292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/>
          <a:p>
            <a:pPr lvl="0"/>
            <a:r>
              <a:rPr lang="en-US" dirty="0"/>
              <a:t>Commercial</a:t>
            </a:r>
            <a:endParaRPr dirty="0"/>
          </a:p>
        </p:txBody>
      </p:sp>
      <p:sp>
        <p:nvSpPr>
          <p:cNvPr id="372" name="Google Shape;372;p42"/>
          <p:cNvSpPr txBox="1">
            <a:spLocks noGrp="1"/>
          </p:cNvSpPr>
          <p:nvPr>
            <p:ph type="title" idx="7"/>
          </p:nvPr>
        </p:nvSpPr>
        <p:spPr>
          <a:xfrm>
            <a:off x="146725" y="4719850"/>
            <a:ext cx="1689000" cy="1605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05</a:t>
            </a:r>
            <a:endParaRPr dirty="0"/>
          </a:p>
        </p:txBody>
      </p:sp>
      <p:cxnSp>
        <p:nvCxnSpPr>
          <p:cNvPr id="375" name="Google Shape;375;p42">
            <a:hlinkClick r:id="" action="ppaction://hlinkshowjump?jump=nextslide"/>
          </p:cNvPr>
          <p:cNvCxnSpPr/>
          <p:nvPr/>
        </p:nvCxnSpPr>
        <p:spPr>
          <a:xfrm>
            <a:off x="8643950" y="303450"/>
            <a:ext cx="2622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76" name="Google Shape;376;p42">
            <a:hlinkClick r:id="" action="ppaction://hlinkshowjump?jump=previousslide"/>
          </p:cNvPr>
          <p:cNvCxnSpPr/>
          <p:nvPr/>
        </p:nvCxnSpPr>
        <p:spPr>
          <a:xfrm rot="10800000">
            <a:off x="232775" y="303450"/>
            <a:ext cx="2622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E5C131C3-AF1F-4CDD-A5F0-98F382190126}"/>
              </a:ext>
            </a:extLst>
          </p:cNvPr>
          <p:cNvSpPr txBox="1"/>
          <p:nvPr/>
        </p:nvSpPr>
        <p:spPr>
          <a:xfrm>
            <a:off x="363874" y="709753"/>
            <a:ext cx="82800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 have estimated our professional services for 12 weeks with our expertise as follows: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17CC33E-4812-4A1F-A27E-D0C1451015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4533444"/>
              </p:ext>
            </p:extLst>
          </p:nvPr>
        </p:nvGraphicFramePr>
        <p:xfrm>
          <a:off x="363874" y="1468967"/>
          <a:ext cx="7789526" cy="18923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94763">
                  <a:extLst>
                    <a:ext uri="{9D8B030D-6E8A-4147-A177-3AD203B41FA5}">
                      <a16:colId xmlns:a16="http://schemas.microsoft.com/office/drawing/2014/main" val="3193196891"/>
                    </a:ext>
                  </a:extLst>
                </a:gridCol>
                <a:gridCol w="3894763">
                  <a:extLst>
                    <a:ext uri="{9D8B030D-6E8A-4147-A177-3AD203B41FA5}">
                      <a16:colId xmlns:a16="http://schemas.microsoft.com/office/drawing/2014/main" val="2869959677"/>
                    </a:ext>
                  </a:extLst>
                </a:gridCol>
              </a:tblGrid>
              <a:tr h="473075">
                <a:tc>
                  <a:txBody>
                    <a:bodyPr/>
                    <a:lstStyle/>
                    <a:p>
                      <a:r>
                        <a:rPr lang="en-US" dirty="0"/>
                        <a:t>Description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Amount (IDR)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7226783"/>
                  </a:ext>
                </a:extLst>
              </a:tr>
              <a:tr h="473075">
                <a:tc>
                  <a:txBody>
                    <a:bodyPr/>
                    <a:lstStyle/>
                    <a:p>
                      <a:r>
                        <a:rPr lang="en-US" dirty="0"/>
                        <a:t>Professional Services (…Weeks)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23367666"/>
                  </a:ext>
                </a:extLst>
              </a:tr>
              <a:tr h="473075">
                <a:tc>
                  <a:txBody>
                    <a:bodyPr/>
                    <a:lstStyle/>
                    <a:p>
                      <a:r>
                        <a:rPr lang="en-US" dirty="0"/>
                        <a:t>VAT (11%)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4490394"/>
                  </a:ext>
                </a:extLst>
              </a:tr>
              <a:tr h="473075">
                <a:tc>
                  <a:txBody>
                    <a:bodyPr/>
                    <a:lstStyle/>
                    <a:p>
                      <a:pPr algn="r"/>
                      <a:r>
                        <a:rPr lang="en-US" b="1" dirty="0"/>
                        <a:t>Total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1" dirty="0"/>
                        <a:t>80 000 000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0234684"/>
                  </a:ext>
                </a:extLst>
              </a:tr>
            </a:tbl>
          </a:graphicData>
        </a:graphic>
      </p:graphicFrame>
      <p:sp>
        <p:nvSpPr>
          <p:cNvPr id="36" name="TextBox 35">
            <a:extLst>
              <a:ext uri="{FF2B5EF4-FFF2-40B4-BE49-F238E27FC236}">
                <a16:creationId xmlns:a16="http://schemas.microsoft.com/office/drawing/2014/main" id="{51F8E83F-0D06-4405-A2C1-6A11B2DCB54C}"/>
              </a:ext>
            </a:extLst>
          </p:cNvPr>
          <p:cNvSpPr txBox="1"/>
          <p:nvPr/>
        </p:nvSpPr>
        <p:spPr>
          <a:xfrm>
            <a:off x="363874" y="3533661"/>
            <a:ext cx="798327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Fees are included all related taxes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Any expenses (like hotels, trips if needed) are excluded from our professional fees, it will be charged to the client if needed</a:t>
            </a:r>
          </a:p>
        </p:txBody>
      </p:sp>
    </p:spTree>
    <p:extLst>
      <p:ext uri="{BB962C8B-B14F-4D97-AF65-F5344CB8AC3E}">
        <p14:creationId xmlns:p14="http://schemas.microsoft.com/office/powerpoint/2010/main" val="265162355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53"/>
          <p:cNvSpPr txBox="1">
            <a:spLocks noGrp="1"/>
          </p:cNvSpPr>
          <p:nvPr>
            <p:ph type="ctrTitle"/>
          </p:nvPr>
        </p:nvSpPr>
        <p:spPr>
          <a:xfrm>
            <a:off x="713225" y="1157263"/>
            <a:ext cx="5414400" cy="705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Thanks!</a:t>
            </a:r>
            <a:endParaRPr/>
          </a:p>
        </p:txBody>
      </p:sp>
      <p:sp>
        <p:nvSpPr>
          <p:cNvPr id="574" name="Google Shape;574;p53"/>
          <p:cNvSpPr/>
          <p:nvPr/>
        </p:nvSpPr>
        <p:spPr>
          <a:xfrm>
            <a:off x="5368050" y="-486625"/>
            <a:ext cx="3599400" cy="3986100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D0000"/>
              </a:solidFill>
            </a:endParaRPr>
          </a:p>
        </p:txBody>
      </p:sp>
      <p:pic>
        <p:nvPicPr>
          <p:cNvPr id="575" name="Google Shape;575;p53"/>
          <p:cNvPicPr preferRelativeResize="0"/>
          <p:nvPr/>
        </p:nvPicPr>
        <p:blipFill rotWithShape="1">
          <a:blip r:embed="rId3">
            <a:alphaModFix/>
          </a:blip>
          <a:srcRect r="22136"/>
          <a:stretch/>
        </p:blipFill>
        <p:spPr>
          <a:xfrm>
            <a:off x="5607450" y="0"/>
            <a:ext cx="3536550" cy="3027300"/>
          </a:xfrm>
          <a:prstGeom prst="rect">
            <a:avLst/>
          </a:prstGeom>
          <a:noFill/>
          <a:ln>
            <a:noFill/>
          </a:ln>
        </p:spPr>
      </p:pic>
      <p:sp>
        <p:nvSpPr>
          <p:cNvPr id="576" name="Google Shape;576;p53"/>
          <p:cNvSpPr txBox="1"/>
          <p:nvPr/>
        </p:nvSpPr>
        <p:spPr>
          <a:xfrm>
            <a:off x="902200" y="1862575"/>
            <a:ext cx="4552800" cy="51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 b="1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rPr>
              <a:t>PT Senior Milenial Indonesia</a:t>
            </a:r>
            <a:endParaRPr sz="2300" b="1">
              <a:solidFill>
                <a:schemeClr val="dk1"/>
              </a:solidFill>
              <a:latin typeface="Josefin Sans"/>
              <a:ea typeface="Josefin Sans"/>
              <a:cs typeface="Josefin Sans"/>
              <a:sym typeface="Josefin Sans"/>
            </a:endParaRPr>
          </a:p>
        </p:txBody>
      </p:sp>
      <p:sp>
        <p:nvSpPr>
          <p:cNvPr id="577" name="Google Shape;577;p53"/>
          <p:cNvSpPr txBox="1"/>
          <p:nvPr/>
        </p:nvSpPr>
        <p:spPr>
          <a:xfrm>
            <a:off x="902200" y="2352801"/>
            <a:ext cx="3300900" cy="106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rPr>
              <a:t>Gedung Menara MTH Lt. 15 Unit 1508</a:t>
            </a:r>
            <a:endParaRPr>
              <a:solidFill>
                <a:schemeClr val="dk1"/>
              </a:solidFill>
              <a:latin typeface="Josefin Sans"/>
              <a:ea typeface="Josefin Sans"/>
              <a:cs typeface="Josefin Sans"/>
              <a:sym typeface="Josefi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rPr>
              <a:t>Jl. Letjen MT Haryono Kav 23</a:t>
            </a:r>
            <a:endParaRPr>
              <a:solidFill>
                <a:schemeClr val="dk1"/>
              </a:solidFill>
              <a:latin typeface="Josefin Sans"/>
              <a:ea typeface="Josefin Sans"/>
              <a:cs typeface="Josefin Sans"/>
              <a:sym typeface="Josefi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rPr>
              <a:t>RT 10 RW 09 Tebet Timur, Tebet, Jakarta Selatan</a:t>
            </a:r>
            <a:endParaRPr>
              <a:solidFill>
                <a:schemeClr val="dk1"/>
              </a:solidFill>
              <a:latin typeface="Josefin Sans"/>
              <a:ea typeface="Josefin Sans"/>
              <a:cs typeface="Josefin Sans"/>
              <a:sym typeface="Josefi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rPr>
              <a:t>DKI Jakarta 12820</a:t>
            </a:r>
            <a:endParaRPr>
              <a:solidFill>
                <a:schemeClr val="dk1"/>
              </a:solidFill>
              <a:latin typeface="Josefin Sans"/>
              <a:ea typeface="Josefin Sans"/>
              <a:cs typeface="Josefin Sans"/>
              <a:sym typeface="Josefi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rPr>
              <a:t>Telp. 021 - 83789544</a:t>
            </a:r>
            <a:endParaRPr>
              <a:solidFill>
                <a:schemeClr val="dk1"/>
              </a:solidFill>
              <a:latin typeface="Josefin Sans"/>
              <a:ea typeface="Josefin Sans"/>
              <a:cs typeface="Josefin Sans"/>
              <a:sym typeface="Josefi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rPr>
              <a:t>Email : admin@sm-indonesia.id</a:t>
            </a:r>
            <a:endParaRPr>
              <a:solidFill>
                <a:schemeClr val="dk1"/>
              </a:solidFill>
              <a:latin typeface="Josefin Sans"/>
              <a:ea typeface="Josefin Sans"/>
              <a:cs typeface="Josefin Sans"/>
              <a:sym typeface="Josefin Sans"/>
            </a:endParaRPr>
          </a:p>
        </p:txBody>
      </p:sp>
      <p:pic>
        <p:nvPicPr>
          <p:cNvPr id="578" name="Google Shape;578;p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27988" y="3964751"/>
            <a:ext cx="2460021" cy="687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Macari Company Profile by Slidesg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D9D9D9"/>
      </a:lt2>
      <a:accent1>
        <a:srgbClr val="FD0000"/>
      </a:accent1>
      <a:accent2>
        <a:srgbClr val="F5F5F5"/>
      </a:accent2>
      <a:accent3>
        <a:srgbClr val="BBBBBB"/>
      </a:accent3>
      <a:accent4>
        <a:srgbClr val="000000"/>
      </a:accent4>
      <a:accent5>
        <a:srgbClr val="FD0000"/>
      </a:accent5>
      <a:accent6>
        <a:srgbClr val="FF8D8D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6644</TotalTime>
  <Words>918</Words>
  <Application>Microsoft Office PowerPoint</Application>
  <PresentationFormat>On-screen Show (16:9)</PresentationFormat>
  <Paragraphs>221</Paragraphs>
  <Slides>24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4" baseType="lpstr">
      <vt:lpstr>Josefin Sans</vt:lpstr>
      <vt:lpstr>Arial</vt:lpstr>
      <vt:lpstr>Josefin Sans Medium</vt:lpstr>
      <vt:lpstr>Roboto Condensed Light</vt:lpstr>
      <vt:lpstr>Josefin Sans ExtraLight</vt:lpstr>
      <vt:lpstr>Josefin Sans Light</vt:lpstr>
      <vt:lpstr>Fira Sans Extra Condensed Medium</vt:lpstr>
      <vt:lpstr>Josefin Sans SemiBold</vt:lpstr>
      <vt:lpstr>Open Sans</vt:lpstr>
      <vt:lpstr>Macari Company Profile by Slidesgo</vt:lpstr>
      <vt:lpstr>PPEI</vt:lpstr>
      <vt:lpstr>Topics</vt:lpstr>
      <vt:lpstr>About SMI</vt:lpstr>
      <vt:lpstr>01</vt:lpstr>
      <vt:lpstr>How we do it?</vt:lpstr>
      <vt:lpstr>Our Profile</vt:lpstr>
      <vt:lpstr>About SMI</vt:lpstr>
      <vt:lpstr>Our services (1)</vt:lpstr>
      <vt:lpstr>Our services (2)</vt:lpstr>
      <vt:lpstr>Our Understanding</vt:lpstr>
      <vt:lpstr>Our Understanding</vt:lpstr>
      <vt:lpstr>Our Solution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Our Timeline</vt:lpstr>
      <vt:lpstr>Our Proposed Timeline</vt:lpstr>
      <vt:lpstr>Commercial</vt:lpstr>
      <vt:lpstr>Our Professional Fee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Senior Milenial Indonesia</dc:title>
  <dc:creator>Ompusunggu, Ruben</dc:creator>
  <cp:lastModifiedBy>geneshairzan</cp:lastModifiedBy>
  <cp:revision>61</cp:revision>
  <dcterms:modified xsi:type="dcterms:W3CDTF">2022-04-26T14:53:36Z</dcterms:modified>
</cp:coreProperties>
</file>